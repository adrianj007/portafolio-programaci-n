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  <p:sldMasterId id="2147483652" r:id="rId2"/>
    <p:sldMasterId id="2147483684" r:id="rId3"/>
  </p:sldMasterIdLst>
  <p:sldIdLst>
    <p:sldId id="256" r:id="rId4"/>
    <p:sldId id="295" r:id="rId5"/>
    <p:sldId id="283" r:id="rId6"/>
    <p:sldId id="284" r:id="rId7"/>
    <p:sldId id="296" r:id="rId8"/>
    <p:sldId id="297" r:id="rId9"/>
    <p:sldId id="298" r:id="rId10"/>
    <p:sldId id="260" r:id="rId11"/>
  </p:sldIdLst>
  <p:sldSz cx="12192000" cy="6858000"/>
  <p:notesSz cx="6858000" cy="91440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9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1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5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7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6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248" autoAdjust="0"/>
    <p:restoredTop sz="94660"/>
  </p:normalViewPr>
  <p:slideViewPr>
    <p:cSldViewPr snapToGrid="0">
      <p:cViewPr varScale="1">
        <p:scale>
          <a:sx n="74" d="100"/>
          <a:sy n="74" d="100"/>
        </p:scale>
        <p:origin x="810" y="72"/>
      </p:cViewPr>
      <p:guideLst>
        <p:guide orient="horz" pos="2376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219">
            <a:extLst>
              <a:ext uri="{FF2B5EF4-FFF2-40B4-BE49-F238E27FC236}">
                <a16:creationId xmlns:a16="http://schemas.microsoft.com/office/drawing/2014/main" xmlns="" id="{E970CBB1-3F25-44EF-A6B8-2219DE80F1E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1" name="Arc 220">
            <a:extLst>
              <a:ext uri="{FF2B5EF4-FFF2-40B4-BE49-F238E27FC236}">
                <a16:creationId xmlns:a16="http://schemas.microsoft.com/office/drawing/2014/main" xmlns="" id="{32E2B889-41FC-4724-93F6-48A4DEF90230}"/>
              </a:ext>
            </a:extLst>
          </p:cNvPr>
          <p:cNvSpPr/>
          <p:nvPr userDrawn="1"/>
        </p:nvSpPr>
        <p:spPr>
          <a:xfrm>
            <a:off x="8301789" y="-866274"/>
            <a:ext cx="4066673" cy="4066673"/>
          </a:xfrm>
          <a:prstGeom prst="arc">
            <a:avLst>
              <a:gd name="adj1" fmla="val 1409913"/>
              <a:gd name="adj2" fmla="val 12880072"/>
            </a:avLst>
          </a:prstGeom>
          <a:ln w="19050">
            <a:solidFill>
              <a:schemeClr val="bg1">
                <a:alpha val="1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7502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aphic 2">
            <a:extLst>
              <a:ext uri="{FF2B5EF4-FFF2-40B4-BE49-F238E27FC236}">
                <a16:creationId xmlns:a16="http://schemas.microsoft.com/office/drawing/2014/main" xmlns="" id="{C6032FB9-BC74-4D22-9490-C57A3761EB46}"/>
              </a:ext>
            </a:extLst>
          </p:cNvPr>
          <p:cNvSpPr/>
          <p:nvPr userDrawn="1"/>
        </p:nvSpPr>
        <p:spPr>
          <a:xfrm flipH="1">
            <a:off x="3994321" y="809154"/>
            <a:ext cx="4427783" cy="5323880"/>
          </a:xfrm>
          <a:custGeom>
            <a:avLst/>
            <a:gdLst>
              <a:gd name="connsiteX0" fmla="*/ 198332 w 800100"/>
              <a:gd name="connsiteY0" fmla="*/ 961703 h 962025"/>
              <a:gd name="connsiteX1" fmla="*/ 646959 w 800100"/>
              <a:gd name="connsiteY1" fmla="*/ 961703 h 962025"/>
              <a:gd name="connsiteX2" fmla="*/ 610764 w 800100"/>
              <a:gd name="connsiteY2" fmla="*/ 885503 h 962025"/>
              <a:gd name="connsiteX3" fmla="*/ 686964 w 800100"/>
              <a:gd name="connsiteY3" fmla="*/ 625471 h 962025"/>
              <a:gd name="connsiteX4" fmla="*/ 786024 w 800100"/>
              <a:gd name="connsiteY4" fmla="*/ 283523 h 962025"/>
              <a:gd name="connsiteX5" fmla="*/ 359304 w 800100"/>
              <a:gd name="connsiteY5" fmla="*/ 14918 h 962025"/>
              <a:gd name="connsiteX6" fmla="*/ 124037 w 800100"/>
              <a:gd name="connsiteY6" fmla="*/ 211133 h 962025"/>
              <a:gd name="connsiteX7" fmla="*/ 116417 w 800100"/>
              <a:gd name="connsiteY7" fmla="*/ 270188 h 962025"/>
              <a:gd name="connsiteX8" fmla="*/ 59267 w 800100"/>
              <a:gd name="connsiteY8" fmla="*/ 367343 h 962025"/>
              <a:gd name="connsiteX9" fmla="*/ 13547 w 800100"/>
              <a:gd name="connsiteY9" fmla="*/ 427351 h 962025"/>
              <a:gd name="connsiteX10" fmla="*/ 24024 w 800100"/>
              <a:gd name="connsiteY10" fmla="*/ 515933 h 962025"/>
              <a:gd name="connsiteX11" fmla="*/ 63077 w 800100"/>
              <a:gd name="connsiteY11" fmla="*/ 552128 h 962025"/>
              <a:gd name="connsiteX12" fmla="*/ 18309 w 800100"/>
              <a:gd name="connsiteY12" fmla="*/ 570226 h 962025"/>
              <a:gd name="connsiteX13" fmla="*/ 30692 w 800100"/>
              <a:gd name="connsiteY13" fmla="*/ 609278 h 962025"/>
              <a:gd name="connsiteX14" fmla="*/ 29739 w 800100"/>
              <a:gd name="connsiteY14" fmla="*/ 673096 h 962025"/>
              <a:gd name="connsiteX15" fmla="*/ 85937 w 800100"/>
              <a:gd name="connsiteY15" fmla="*/ 744533 h 962025"/>
              <a:gd name="connsiteX16" fmla="*/ 225002 w 800100"/>
              <a:gd name="connsiteY16" fmla="*/ 764536 h 962025"/>
              <a:gd name="connsiteX17" fmla="*/ 198332 w 800100"/>
              <a:gd name="connsiteY17" fmla="*/ 961703 h 962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800100" h="962025">
                <a:moveTo>
                  <a:pt x="198332" y="961703"/>
                </a:moveTo>
                <a:lnTo>
                  <a:pt x="646959" y="961703"/>
                </a:lnTo>
                <a:cubicBezTo>
                  <a:pt x="633624" y="935986"/>
                  <a:pt x="619337" y="903601"/>
                  <a:pt x="610764" y="885503"/>
                </a:cubicBezTo>
                <a:cubicBezTo>
                  <a:pt x="586952" y="829306"/>
                  <a:pt x="604097" y="706433"/>
                  <a:pt x="686964" y="625471"/>
                </a:cubicBezTo>
                <a:cubicBezTo>
                  <a:pt x="766022" y="548318"/>
                  <a:pt x="817457" y="398776"/>
                  <a:pt x="786024" y="283523"/>
                </a:cubicBezTo>
                <a:cubicBezTo>
                  <a:pt x="734589" y="93023"/>
                  <a:pt x="563139" y="-25087"/>
                  <a:pt x="359304" y="14918"/>
                </a:cubicBezTo>
                <a:cubicBezTo>
                  <a:pt x="359304" y="14918"/>
                  <a:pt x="183092" y="36826"/>
                  <a:pt x="124037" y="211133"/>
                </a:cubicBezTo>
                <a:cubicBezTo>
                  <a:pt x="124037" y="211133"/>
                  <a:pt x="114512" y="236851"/>
                  <a:pt x="116417" y="270188"/>
                </a:cubicBezTo>
                <a:cubicBezTo>
                  <a:pt x="121179" y="323528"/>
                  <a:pt x="83079" y="354961"/>
                  <a:pt x="59267" y="367343"/>
                </a:cubicBezTo>
                <a:cubicBezTo>
                  <a:pt x="34502" y="380678"/>
                  <a:pt x="-9313" y="402586"/>
                  <a:pt x="13547" y="427351"/>
                </a:cubicBezTo>
                <a:cubicBezTo>
                  <a:pt x="41169" y="457831"/>
                  <a:pt x="39264" y="496883"/>
                  <a:pt x="24024" y="515933"/>
                </a:cubicBezTo>
                <a:cubicBezTo>
                  <a:pt x="4974" y="538793"/>
                  <a:pt x="60219" y="539746"/>
                  <a:pt x="63077" y="552128"/>
                </a:cubicBezTo>
                <a:cubicBezTo>
                  <a:pt x="65934" y="565463"/>
                  <a:pt x="22119" y="554986"/>
                  <a:pt x="18309" y="570226"/>
                </a:cubicBezTo>
                <a:cubicBezTo>
                  <a:pt x="14499" y="586418"/>
                  <a:pt x="26882" y="590228"/>
                  <a:pt x="30692" y="609278"/>
                </a:cubicBezTo>
                <a:cubicBezTo>
                  <a:pt x="34502" y="628328"/>
                  <a:pt x="31644" y="663571"/>
                  <a:pt x="29739" y="673096"/>
                </a:cubicBezTo>
                <a:cubicBezTo>
                  <a:pt x="27834" y="682621"/>
                  <a:pt x="33549" y="739771"/>
                  <a:pt x="85937" y="744533"/>
                </a:cubicBezTo>
                <a:cubicBezTo>
                  <a:pt x="138324" y="749296"/>
                  <a:pt x="204047" y="738818"/>
                  <a:pt x="225002" y="764536"/>
                </a:cubicBezTo>
                <a:cubicBezTo>
                  <a:pt x="244052" y="790253"/>
                  <a:pt x="222144" y="890266"/>
                  <a:pt x="198332" y="961703"/>
                </a:cubicBezTo>
                <a:close/>
              </a:path>
            </a:pathLst>
          </a:custGeom>
          <a:solidFill>
            <a:schemeClr val="bg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023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227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037F98B0-1969-4B0D-B39C-719F77064B5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Arc 2">
            <a:extLst>
              <a:ext uri="{FF2B5EF4-FFF2-40B4-BE49-F238E27FC236}">
                <a16:creationId xmlns:a16="http://schemas.microsoft.com/office/drawing/2014/main" xmlns="" id="{A0175121-4C90-40A9-B147-E4149E5190AE}"/>
              </a:ext>
            </a:extLst>
          </p:cNvPr>
          <p:cNvSpPr/>
          <p:nvPr userDrawn="1"/>
        </p:nvSpPr>
        <p:spPr>
          <a:xfrm>
            <a:off x="8301789" y="-866274"/>
            <a:ext cx="4066673" cy="4066673"/>
          </a:xfrm>
          <a:prstGeom prst="arc">
            <a:avLst>
              <a:gd name="adj1" fmla="val 1409913"/>
              <a:gd name="adj2" fmla="val 12880072"/>
            </a:avLst>
          </a:prstGeom>
          <a:ln w="19050">
            <a:solidFill>
              <a:schemeClr val="bg1">
                <a:alpha val="12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561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57448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9454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yle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9C931360-7E41-4248-8AEF-AC858AB643B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29000">
                <a:schemeClr val="accent1">
                  <a:lumMod val="5000"/>
                  <a:lumOff val="95000"/>
                  <a:alpha val="0"/>
                </a:schemeClr>
              </a:gs>
              <a:gs pos="66000">
                <a:schemeClr val="accent1">
                  <a:alpha val="58000"/>
                </a:schemeClr>
              </a:gs>
              <a:gs pos="80000">
                <a:schemeClr val="accent1">
                  <a:alpha val="61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102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339509"/>
            <a:ext cx="12192000" cy="79260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</p:spTree>
    <p:extLst>
      <p:ext uri="{BB962C8B-B14F-4D97-AF65-F5344CB8AC3E}">
        <p14:creationId xmlns:p14="http://schemas.microsoft.com/office/powerpoint/2010/main" val="1816250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" y="339509"/>
            <a:ext cx="12192000" cy="79260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5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xmlns="" id="{FDF1FE28-12EC-4903-A460-E890754C1903}"/>
              </a:ext>
            </a:extLst>
          </p:cNvPr>
          <p:cNvSpPr/>
          <p:nvPr userDrawn="1"/>
        </p:nvSpPr>
        <p:spPr>
          <a:xfrm>
            <a:off x="323530" y="6357257"/>
            <a:ext cx="11868470" cy="3396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xmlns="" id="{008DF3A5-76B0-4E36-B0C8-90B00A8736A3}"/>
              </a:ext>
            </a:extLst>
          </p:cNvPr>
          <p:cNvSpPr/>
          <p:nvPr userDrawn="1"/>
        </p:nvSpPr>
        <p:spPr>
          <a:xfrm>
            <a:off x="323530" y="6349287"/>
            <a:ext cx="565116" cy="347603"/>
          </a:xfrm>
          <a:custGeom>
            <a:avLst/>
            <a:gdLst>
              <a:gd name="connsiteX0" fmla="*/ 5086770 w 5086770"/>
              <a:gd name="connsiteY0" fmla="*/ 1174706 h 3128874"/>
              <a:gd name="connsiteX1" fmla="*/ 5086770 w 5086770"/>
              <a:gd name="connsiteY1" fmla="*/ 1184663 h 3128874"/>
              <a:gd name="connsiteX2" fmla="*/ 5079830 w 5086770"/>
              <a:gd name="connsiteY2" fmla="*/ 1185820 h 3128874"/>
              <a:gd name="connsiteX3" fmla="*/ 5078289 w 5086770"/>
              <a:gd name="connsiteY3" fmla="*/ 1182737 h 3128874"/>
              <a:gd name="connsiteX4" fmla="*/ 5078289 w 5086770"/>
              <a:gd name="connsiteY4" fmla="*/ 1179654 h 3128874"/>
              <a:gd name="connsiteX5" fmla="*/ 1690658 w 5086770"/>
              <a:gd name="connsiteY5" fmla="*/ 810655 h 3128874"/>
              <a:gd name="connsiteX6" fmla="*/ 1349061 w 5086770"/>
              <a:gd name="connsiteY6" fmla="*/ 1934928 h 3128874"/>
              <a:gd name="connsiteX7" fmla="*/ 2035854 w 5086770"/>
              <a:gd name="connsiteY7" fmla="*/ 1934928 h 3128874"/>
              <a:gd name="connsiteX8" fmla="*/ 3765314 w 5086770"/>
              <a:gd name="connsiteY8" fmla="*/ 0 h 3128874"/>
              <a:gd name="connsiteX9" fmla="*/ 4465138 w 5086770"/>
              <a:gd name="connsiteY9" fmla="*/ 0 h 3128874"/>
              <a:gd name="connsiteX10" fmla="*/ 4675955 w 5086770"/>
              <a:gd name="connsiteY10" fmla="*/ 0 h 3128874"/>
              <a:gd name="connsiteX11" fmla="*/ 4659036 w 5086770"/>
              <a:gd name="connsiteY11" fmla="*/ 34412 h 3128874"/>
              <a:gd name="connsiteX12" fmla="*/ 4651327 w 5086770"/>
              <a:gd name="connsiteY12" fmla="*/ 45203 h 3128874"/>
              <a:gd name="connsiteX13" fmla="*/ 4648245 w 5086770"/>
              <a:gd name="connsiteY13" fmla="*/ 51368 h 3128874"/>
              <a:gd name="connsiteX14" fmla="*/ 4483319 w 5086770"/>
              <a:gd name="connsiteY14" fmla="*/ 361184 h 3128874"/>
              <a:gd name="connsiteX15" fmla="*/ 4480236 w 5086770"/>
              <a:gd name="connsiteY15" fmla="*/ 373515 h 3128874"/>
              <a:gd name="connsiteX16" fmla="*/ 4474071 w 5086770"/>
              <a:gd name="connsiteY16" fmla="*/ 398176 h 3128874"/>
              <a:gd name="connsiteX17" fmla="*/ 4450950 w 5086770"/>
              <a:gd name="connsiteY17" fmla="*/ 498367 h 3128874"/>
              <a:gd name="connsiteX18" fmla="*/ 4440161 w 5086770"/>
              <a:gd name="connsiteY18" fmla="*/ 527652 h 3128874"/>
              <a:gd name="connsiteX19" fmla="*/ 4441700 w 5086770"/>
              <a:gd name="connsiteY19" fmla="*/ 539983 h 3128874"/>
              <a:gd name="connsiteX20" fmla="*/ 4437078 w 5086770"/>
              <a:gd name="connsiteY20" fmla="*/ 561562 h 3128874"/>
              <a:gd name="connsiteX21" fmla="*/ 4433995 w 5086770"/>
              <a:gd name="connsiteY21" fmla="*/ 576976 h 3128874"/>
              <a:gd name="connsiteX22" fmla="*/ 4433994 w 5086770"/>
              <a:gd name="connsiteY22" fmla="*/ 578519 h 3128874"/>
              <a:gd name="connsiteX23" fmla="*/ 4413956 w 5086770"/>
              <a:gd name="connsiteY23" fmla="*/ 797393 h 3128874"/>
              <a:gd name="connsiteX24" fmla="*/ 4438619 w 5086770"/>
              <a:gd name="connsiteY24" fmla="*/ 996230 h 3128874"/>
              <a:gd name="connsiteX25" fmla="*/ 4433995 w 5086770"/>
              <a:gd name="connsiteY25" fmla="*/ 1016268 h 3128874"/>
              <a:gd name="connsiteX26" fmla="*/ 4435536 w 5086770"/>
              <a:gd name="connsiteY26" fmla="*/ 1025517 h 3128874"/>
              <a:gd name="connsiteX27" fmla="*/ 4437078 w 5086770"/>
              <a:gd name="connsiteY27" fmla="*/ 1027057 h 3128874"/>
              <a:gd name="connsiteX28" fmla="*/ 4432452 w 5086770"/>
              <a:gd name="connsiteY28" fmla="*/ 1048636 h 3128874"/>
              <a:gd name="connsiteX29" fmla="*/ 4413956 w 5086770"/>
              <a:gd name="connsiteY29" fmla="*/ 1085630 h 3128874"/>
              <a:gd name="connsiteX30" fmla="*/ 4196623 w 5086770"/>
              <a:gd name="connsiteY30" fmla="*/ 1389280 h 3128874"/>
              <a:gd name="connsiteX31" fmla="*/ 4085645 w 5086770"/>
              <a:gd name="connsiteY31" fmla="*/ 1597365 h 3128874"/>
              <a:gd name="connsiteX32" fmla="*/ 4216661 w 5086770"/>
              <a:gd name="connsiteY32" fmla="*/ 1697556 h 3128874"/>
              <a:gd name="connsiteX33" fmla="*/ 4250571 w 5086770"/>
              <a:gd name="connsiteY33" fmla="*/ 1811617 h 3128874"/>
              <a:gd name="connsiteX34" fmla="*/ 4173502 w 5086770"/>
              <a:gd name="connsiteY34" fmla="*/ 1888685 h 3128874"/>
              <a:gd name="connsiteX35" fmla="*/ 4213578 w 5086770"/>
              <a:gd name="connsiteY35" fmla="*/ 2022784 h 3128874"/>
              <a:gd name="connsiteX36" fmla="*/ 4347678 w 5086770"/>
              <a:gd name="connsiteY36" fmla="*/ 2090605 h 3128874"/>
              <a:gd name="connsiteX37" fmla="*/ 4233616 w 5086770"/>
              <a:gd name="connsiteY37" fmla="*/ 2138388 h 3128874"/>
              <a:gd name="connsiteX38" fmla="*/ 4227451 w 5086770"/>
              <a:gd name="connsiteY38" fmla="*/ 2258616 h 3128874"/>
              <a:gd name="connsiteX39" fmla="*/ 4350761 w 5086770"/>
              <a:gd name="connsiteY39" fmla="*/ 2320270 h 3128874"/>
              <a:gd name="connsiteX40" fmla="*/ 4333805 w 5086770"/>
              <a:gd name="connsiteY40" fmla="*/ 2462077 h 3128874"/>
              <a:gd name="connsiteX41" fmla="*/ 4467905 w 5086770"/>
              <a:gd name="connsiteY41" fmla="*/ 2719486 h 3128874"/>
              <a:gd name="connsiteX42" fmla="*/ 4800655 w 5086770"/>
              <a:gd name="connsiteY42" fmla="*/ 2748491 h 3128874"/>
              <a:gd name="connsiteX43" fmla="*/ 4838191 w 5086770"/>
              <a:gd name="connsiteY43" fmla="*/ 2744074 h 3128874"/>
              <a:gd name="connsiteX44" fmla="*/ 4863823 w 5086770"/>
              <a:gd name="connsiteY44" fmla="*/ 2765476 h 3128874"/>
              <a:gd name="connsiteX45" fmla="*/ 4934321 w 5086770"/>
              <a:gd name="connsiteY45" fmla="*/ 2911083 h 3128874"/>
              <a:gd name="connsiteX46" fmla="*/ 4964162 w 5086770"/>
              <a:gd name="connsiteY46" fmla="*/ 3074402 h 3128874"/>
              <a:gd name="connsiteX47" fmla="*/ 4967647 w 5086770"/>
              <a:gd name="connsiteY47" fmla="*/ 3128874 h 3128874"/>
              <a:gd name="connsiteX48" fmla="*/ 4465138 w 5086770"/>
              <a:gd name="connsiteY48" fmla="*/ 3128874 h 3128874"/>
              <a:gd name="connsiteX49" fmla="*/ 4465138 w 5086770"/>
              <a:gd name="connsiteY49" fmla="*/ 3127460 h 3128874"/>
              <a:gd name="connsiteX50" fmla="*/ 3765314 w 5086770"/>
              <a:gd name="connsiteY50" fmla="*/ 3127460 h 3128874"/>
              <a:gd name="connsiteX51" fmla="*/ 1175459 w 5086770"/>
              <a:gd name="connsiteY51" fmla="*/ 0 h 3128874"/>
              <a:gd name="connsiteX52" fmla="*/ 2229594 w 5086770"/>
              <a:gd name="connsiteY52" fmla="*/ 0 h 3128874"/>
              <a:gd name="connsiteX53" fmla="*/ 3404781 w 5086770"/>
              <a:gd name="connsiteY53" fmla="*/ 3127460 h 3128874"/>
              <a:gd name="connsiteX54" fmla="*/ 2392789 w 5086770"/>
              <a:gd name="connsiteY54" fmla="*/ 3127460 h 3128874"/>
              <a:gd name="connsiteX55" fmla="*/ 2236317 w 5086770"/>
              <a:gd name="connsiteY55" fmla="*/ 2611186 h 3128874"/>
              <a:gd name="connsiteX56" fmla="*/ 1139165 w 5086770"/>
              <a:gd name="connsiteY56" fmla="*/ 2611186 h 3128874"/>
              <a:gd name="connsiteX57" fmla="*/ 986721 w 5086770"/>
              <a:gd name="connsiteY57" fmla="*/ 3127460 h 3128874"/>
              <a:gd name="connsiteX58" fmla="*/ 0 w 5086770"/>
              <a:gd name="connsiteY58" fmla="*/ 3127460 h 3128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5086770" h="3128874">
                <a:moveTo>
                  <a:pt x="5086770" y="1174706"/>
                </a:moveTo>
                <a:lnTo>
                  <a:pt x="5086770" y="1184663"/>
                </a:lnTo>
                <a:lnTo>
                  <a:pt x="5079830" y="1185820"/>
                </a:lnTo>
                <a:cubicBezTo>
                  <a:pt x="5079829" y="1184277"/>
                  <a:pt x="5078289" y="1184277"/>
                  <a:pt x="5078289" y="1182737"/>
                </a:cubicBezTo>
                <a:lnTo>
                  <a:pt x="5078289" y="1179654"/>
                </a:lnTo>
                <a:close/>
                <a:moveTo>
                  <a:pt x="1690658" y="810655"/>
                </a:moveTo>
                <a:lnTo>
                  <a:pt x="1349061" y="1934928"/>
                </a:lnTo>
                <a:lnTo>
                  <a:pt x="2035854" y="1934928"/>
                </a:lnTo>
                <a:close/>
                <a:moveTo>
                  <a:pt x="3765314" y="0"/>
                </a:moveTo>
                <a:lnTo>
                  <a:pt x="4465138" y="0"/>
                </a:lnTo>
                <a:lnTo>
                  <a:pt x="4675955" y="0"/>
                </a:lnTo>
                <a:lnTo>
                  <a:pt x="4659036" y="34412"/>
                </a:lnTo>
                <a:cubicBezTo>
                  <a:pt x="4655952" y="37496"/>
                  <a:pt x="4652870" y="40578"/>
                  <a:pt x="4651327" y="45203"/>
                </a:cubicBezTo>
                <a:cubicBezTo>
                  <a:pt x="4649787" y="48285"/>
                  <a:pt x="4649788" y="49827"/>
                  <a:pt x="4648245" y="51368"/>
                </a:cubicBezTo>
                <a:cubicBezTo>
                  <a:pt x="4632831" y="72947"/>
                  <a:pt x="4528018" y="224002"/>
                  <a:pt x="4483319" y="361184"/>
                </a:cubicBezTo>
                <a:cubicBezTo>
                  <a:pt x="4481777" y="365808"/>
                  <a:pt x="4480236" y="368891"/>
                  <a:pt x="4480236" y="373515"/>
                </a:cubicBezTo>
                <a:cubicBezTo>
                  <a:pt x="4478694" y="381223"/>
                  <a:pt x="4475612" y="390471"/>
                  <a:pt x="4474071" y="398176"/>
                </a:cubicBezTo>
                <a:cubicBezTo>
                  <a:pt x="4466362" y="432087"/>
                  <a:pt x="4458657" y="465997"/>
                  <a:pt x="4450950" y="498367"/>
                </a:cubicBezTo>
                <a:cubicBezTo>
                  <a:pt x="4444783" y="506073"/>
                  <a:pt x="4440160" y="516863"/>
                  <a:pt x="4440161" y="527652"/>
                </a:cubicBezTo>
                <a:cubicBezTo>
                  <a:pt x="4440160" y="532277"/>
                  <a:pt x="4440160" y="535360"/>
                  <a:pt x="4441700" y="539983"/>
                </a:cubicBezTo>
                <a:cubicBezTo>
                  <a:pt x="4440161" y="547691"/>
                  <a:pt x="4438618" y="555397"/>
                  <a:pt x="4437078" y="561562"/>
                </a:cubicBezTo>
                <a:cubicBezTo>
                  <a:pt x="4435535" y="566187"/>
                  <a:pt x="4433995" y="570810"/>
                  <a:pt x="4433995" y="576976"/>
                </a:cubicBezTo>
                <a:cubicBezTo>
                  <a:pt x="4433995" y="576976"/>
                  <a:pt x="4433994" y="578519"/>
                  <a:pt x="4433994" y="578519"/>
                </a:cubicBezTo>
                <a:cubicBezTo>
                  <a:pt x="4417039" y="674083"/>
                  <a:pt x="4407790" y="755776"/>
                  <a:pt x="4413956" y="797393"/>
                </a:cubicBezTo>
                <a:cubicBezTo>
                  <a:pt x="4421664" y="846717"/>
                  <a:pt x="4440160" y="929951"/>
                  <a:pt x="4438619" y="996230"/>
                </a:cubicBezTo>
                <a:cubicBezTo>
                  <a:pt x="4435535" y="1002395"/>
                  <a:pt x="4433995" y="1008560"/>
                  <a:pt x="4433995" y="1016268"/>
                </a:cubicBezTo>
                <a:cubicBezTo>
                  <a:pt x="4433995" y="1019351"/>
                  <a:pt x="4435536" y="1022434"/>
                  <a:pt x="4435536" y="1025517"/>
                </a:cubicBezTo>
                <a:cubicBezTo>
                  <a:pt x="4435536" y="1025517"/>
                  <a:pt x="4435535" y="1027057"/>
                  <a:pt x="4437078" y="1027057"/>
                </a:cubicBezTo>
                <a:cubicBezTo>
                  <a:pt x="4435536" y="1034764"/>
                  <a:pt x="4433994" y="1042471"/>
                  <a:pt x="4432452" y="1048636"/>
                </a:cubicBezTo>
                <a:lnTo>
                  <a:pt x="4413956" y="1085630"/>
                </a:lnTo>
                <a:cubicBezTo>
                  <a:pt x="4369257" y="1164240"/>
                  <a:pt x="4258278" y="1339957"/>
                  <a:pt x="4196623" y="1389280"/>
                </a:cubicBezTo>
                <a:cubicBezTo>
                  <a:pt x="4128802" y="1441687"/>
                  <a:pt x="4062523" y="1538793"/>
                  <a:pt x="4085645" y="1597365"/>
                </a:cubicBezTo>
                <a:cubicBezTo>
                  <a:pt x="4119555" y="1660562"/>
                  <a:pt x="4181210" y="1688307"/>
                  <a:pt x="4216661" y="1697556"/>
                </a:cubicBezTo>
                <a:cubicBezTo>
                  <a:pt x="4252112" y="1706804"/>
                  <a:pt x="4275233" y="1779247"/>
                  <a:pt x="4250571" y="1811617"/>
                </a:cubicBezTo>
                <a:cubicBezTo>
                  <a:pt x="4225909" y="1843985"/>
                  <a:pt x="4187375" y="1853233"/>
                  <a:pt x="4173502" y="1888685"/>
                </a:cubicBezTo>
                <a:cubicBezTo>
                  <a:pt x="4159630" y="1924137"/>
                  <a:pt x="4153465" y="1998123"/>
                  <a:pt x="4213578" y="2022784"/>
                </a:cubicBezTo>
                <a:cubicBezTo>
                  <a:pt x="4259818" y="2041281"/>
                  <a:pt x="4349219" y="2081356"/>
                  <a:pt x="4347678" y="2090605"/>
                </a:cubicBezTo>
                <a:cubicBezTo>
                  <a:pt x="4346136" y="2099853"/>
                  <a:pt x="4250570" y="2107561"/>
                  <a:pt x="4233616" y="2138388"/>
                </a:cubicBezTo>
                <a:cubicBezTo>
                  <a:pt x="4216660" y="2169216"/>
                  <a:pt x="4204330" y="2220080"/>
                  <a:pt x="4227451" y="2258616"/>
                </a:cubicBezTo>
                <a:cubicBezTo>
                  <a:pt x="4250571" y="2297149"/>
                  <a:pt x="4332264" y="2292526"/>
                  <a:pt x="4350761" y="2320270"/>
                </a:cubicBezTo>
                <a:cubicBezTo>
                  <a:pt x="4381588" y="2371135"/>
                  <a:pt x="4358466" y="2378843"/>
                  <a:pt x="4333805" y="2462077"/>
                </a:cubicBezTo>
                <a:cubicBezTo>
                  <a:pt x="4306060" y="2551476"/>
                  <a:pt x="4302977" y="2650125"/>
                  <a:pt x="4467905" y="2719486"/>
                </a:cubicBezTo>
                <a:cubicBezTo>
                  <a:pt x="4562314" y="2758983"/>
                  <a:pt x="4694054" y="2758743"/>
                  <a:pt x="4800655" y="2748491"/>
                </a:cubicBezTo>
                <a:lnTo>
                  <a:pt x="4838191" y="2744074"/>
                </a:lnTo>
                <a:lnTo>
                  <a:pt x="4863823" y="2765476"/>
                </a:lnTo>
                <a:cubicBezTo>
                  <a:pt x="4895578" y="2799449"/>
                  <a:pt x="4917344" y="2847230"/>
                  <a:pt x="4934321" y="2911083"/>
                </a:cubicBezTo>
                <a:cubicBezTo>
                  <a:pt x="4945640" y="2953651"/>
                  <a:pt x="4957371" y="3013267"/>
                  <a:pt x="4964162" y="3074402"/>
                </a:cubicBezTo>
                <a:lnTo>
                  <a:pt x="4967647" y="3128874"/>
                </a:lnTo>
                <a:lnTo>
                  <a:pt x="4465138" y="3128874"/>
                </a:lnTo>
                <a:lnTo>
                  <a:pt x="4465138" y="3127460"/>
                </a:lnTo>
                <a:lnTo>
                  <a:pt x="3765314" y="3127460"/>
                </a:lnTo>
                <a:close/>
                <a:moveTo>
                  <a:pt x="1175459" y="0"/>
                </a:moveTo>
                <a:lnTo>
                  <a:pt x="2229594" y="0"/>
                </a:lnTo>
                <a:lnTo>
                  <a:pt x="3404781" y="3127460"/>
                </a:lnTo>
                <a:lnTo>
                  <a:pt x="2392789" y="3127460"/>
                </a:lnTo>
                <a:lnTo>
                  <a:pt x="2236317" y="2611186"/>
                </a:lnTo>
                <a:lnTo>
                  <a:pt x="1139165" y="2611186"/>
                </a:lnTo>
                <a:lnTo>
                  <a:pt x="986721" y="3127460"/>
                </a:lnTo>
                <a:lnTo>
                  <a:pt x="0" y="3127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2057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xmlns="" id="{A0E8D5F8-DCBB-4697-978C-9F18383C891F}"/>
              </a:ext>
            </a:extLst>
          </p:cNvPr>
          <p:cNvSpPr/>
          <p:nvPr userDrawn="1"/>
        </p:nvSpPr>
        <p:spPr>
          <a:xfrm>
            <a:off x="0" y="161317"/>
            <a:ext cx="11191164" cy="1026038"/>
          </a:xfrm>
          <a:custGeom>
            <a:avLst/>
            <a:gdLst>
              <a:gd name="connsiteX0" fmla="*/ 0 w 11191164"/>
              <a:gd name="connsiteY0" fmla="*/ 0 h 1026038"/>
              <a:gd name="connsiteX1" fmla="*/ 10678145 w 11191164"/>
              <a:gd name="connsiteY1" fmla="*/ 0 h 1026038"/>
              <a:gd name="connsiteX2" fmla="*/ 11191164 w 11191164"/>
              <a:gd name="connsiteY2" fmla="*/ 513019 h 1026038"/>
              <a:gd name="connsiteX3" fmla="*/ 10678145 w 11191164"/>
              <a:gd name="connsiteY3" fmla="*/ 1026038 h 1026038"/>
              <a:gd name="connsiteX4" fmla="*/ 0 w 11191164"/>
              <a:gd name="connsiteY4" fmla="*/ 1026038 h 1026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91164" h="1026038">
                <a:moveTo>
                  <a:pt x="0" y="0"/>
                </a:moveTo>
                <a:lnTo>
                  <a:pt x="10678145" y="0"/>
                </a:lnTo>
                <a:cubicBezTo>
                  <a:pt x="10961478" y="0"/>
                  <a:pt x="11191164" y="229686"/>
                  <a:pt x="11191164" y="513019"/>
                </a:cubicBezTo>
                <a:cubicBezTo>
                  <a:pt x="11191164" y="796352"/>
                  <a:pt x="10961478" y="1026038"/>
                  <a:pt x="10678145" y="1026038"/>
                </a:cubicBezTo>
                <a:lnTo>
                  <a:pt x="0" y="1026038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120734" y="339509"/>
            <a:ext cx="9775991" cy="724247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b="0" baseline="0">
                <a:solidFill>
                  <a:schemeClr val="bg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xmlns="" id="{1FC942A5-2D0D-4483-A217-3F3729323734}"/>
              </a:ext>
            </a:extLst>
          </p:cNvPr>
          <p:cNvSpPr/>
          <p:nvPr userDrawn="1"/>
        </p:nvSpPr>
        <p:spPr>
          <a:xfrm>
            <a:off x="0" y="161317"/>
            <a:ext cx="1668083" cy="1026038"/>
          </a:xfrm>
          <a:custGeom>
            <a:avLst/>
            <a:gdLst>
              <a:gd name="connsiteX0" fmla="*/ 5086770 w 5086770"/>
              <a:gd name="connsiteY0" fmla="*/ 1174706 h 3128874"/>
              <a:gd name="connsiteX1" fmla="*/ 5086770 w 5086770"/>
              <a:gd name="connsiteY1" fmla="*/ 1184663 h 3128874"/>
              <a:gd name="connsiteX2" fmla="*/ 5079830 w 5086770"/>
              <a:gd name="connsiteY2" fmla="*/ 1185820 h 3128874"/>
              <a:gd name="connsiteX3" fmla="*/ 5078289 w 5086770"/>
              <a:gd name="connsiteY3" fmla="*/ 1182737 h 3128874"/>
              <a:gd name="connsiteX4" fmla="*/ 5078289 w 5086770"/>
              <a:gd name="connsiteY4" fmla="*/ 1179654 h 3128874"/>
              <a:gd name="connsiteX5" fmla="*/ 1690658 w 5086770"/>
              <a:gd name="connsiteY5" fmla="*/ 810655 h 3128874"/>
              <a:gd name="connsiteX6" fmla="*/ 1349061 w 5086770"/>
              <a:gd name="connsiteY6" fmla="*/ 1934928 h 3128874"/>
              <a:gd name="connsiteX7" fmla="*/ 2035854 w 5086770"/>
              <a:gd name="connsiteY7" fmla="*/ 1934928 h 3128874"/>
              <a:gd name="connsiteX8" fmla="*/ 3765314 w 5086770"/>
              <a:gd name="connsiteY8" fmla="*/ 0 h 3128874"/>
              <a:gd name="connsiteX9" fmla="*/ 4465138 w 5086770"/>
              <a:gd name="connsiteY9" fmla="*/ 0 h 3128874"/>
              <a:gd name="connsiteX10" fmla="*/ 4675955 w 5086770"/>
              <a:gd name="connsiteY10" fmla="*/ 0 h 3128874"/>
              <a:gd name="connsiteX11" fmla="*/ 4659036 w 5086770"/>
              <a:gd name="connsiteY11" fmla="*/ 34412 h 3128874"/>
              <a:gd name="connsiteX12" fmla="*/ 4651327 w 5086770"/>
              <a:gd name="connsiteY12" fmla="*/ 45203 h 3128874"/>
              <a:gd name="connsiteX13" fmla="*/ 4648245 w 5086770"/>
              <a:gd name="connsiteY13" fmla="*/ 51368 h 3128874"/>
              <a:gd name="connsiteX14" fmla="*/ 4483319 w 5086770"/>
              <a:gd name="connsiteY14" fmla="*/ 361184 h 3128874"/>
              <a:gd name="connsiteX15" fmla="*/ 4480236 w 5086770"/>
              <a:gd name="connsiteY15" fmla="*/ 373515 h 3128874"/>
              <a:gd name="connsiteX16" fmla="*/ 4474071 w 5086770"/>
              <a:gd name="connsiteY16" fmla="*/ 398176 h 3128874"/>
              <a:gd name="connsiteX17" fmla="*/ 4450950 w 5086770"/>
              <a:gd name="connsiteY17" fmla="*/ 498367 h 3128874"/>
              <a:gd name="connsiteX18" fmla="*/ 4440161 w 5086770"/>
              <a:gd name="connsiteY18" fmla="*/ 527652 h 3128874"/>
              <a:gd name="connsiteX19" fmla="*/ 4441700 w 5086770"/>
              <a:gd name="connsiteY19" fmla="*/ 539983 h 3128874"/>
              <a:gd name="connsiteX20" fmla="*/ 4437078 w 5086770"/>
              <a:gd name="connsiteY20" fmla="*/ 561562 h 3128874"/>
              <a:gd name="connsiteX21" fmla="*/ 4433995 w 5086770"/>
              <a:gd name="connsiteY21" fmla="*/ 576976 h 3128874"/>
              <a:gd name="connsiteX22" fmla="*/ 4433994 w 5086770"/>
              <a:gd name="connsiteY22" fmla="*/ 578519 h 3128874"/>
              <a:gd name="connsiteX23" fmla="*/ 4413956 w 5086770"/>
              <a:gd name="connsiteY23" fmla="*/ 797393 h 3128874"/>
              <a:gd name="connsiteX24" fmla="*/ 4438619 w 5086770"/>
              <a:gd name="connsiteY24" fmla="*/ 996230 h 3128874"/>
              <a:gd name="connsiteX25" fmla="*/ 4433995 w 5086770"/>
              <a:gd name="connsiteY25" fmla="*/ 1016268 h 3128874"/>
              <a:gd name="connsiteX26" fmla="*/ 4435536 w 5086770"/>
              <a:gd name="connsiteY26" fmla="*/ 1025517 h 3128874"/>
              <a:gd name="connsiteX27" fmla="*/ 4437078 w 5086770"/>
              <a:gd name="connsiteY27" fmla="*/ 1027057 h 3128874"/>
              <a:gd name="connsiteX28" fmla="*/ 4432452 w 5086770"/>
              <a:gd name="connsiteY28" fmla="*/ 1048636 h 3128874"/>
              <a:gd name="connsiteX29" fmla="*/ 4413956 w 5086770"/>
              <a:gd name="connsiteY29" fmla="*/ 1085630 h 3128874"/>
              <a:gd name="connsiteX30" fmla="*/ 4196623 w 5086770"/>
              <a:gd name="connsiteY30" fmla="*/ 1389280 h 3128874"/>
              <a:gd name="connsiteX31" fmla="*/ 4085645 w 5086770"/>
              <a:gd name="connsiteY31" fmla="*/ 1597365 h 3128874"/>
              <a:gd name="connsiteX32" fmla="*/ 4216661 w 5086770"/>
              <a:gd name="connsiteY32" fmla="*/ 1697556 h 3128874"/>
              <a:gd name="connsiteX33" fmla="*/ 4250571 w 5086770"/>
              <a:gd name="connsiteY33" fmla="*/ 1811617 h 3128874"/>
              <a:gd name="connsiteX34" fmla="*/ 4173502 w 5086770"/>
              <a:gd name="connsiteY34" fmla="*/ 1888685 h 3128874"/>
              <a:gd name="connsiteX35" fmla="*/ 4213578 w 5086770"/>
              <a:gd name="connsiteY35" fmla="*/ 2022784 h 3128874"/>
              <a:gd name="connsiteX36" fmla="*/ 4347678 w 5086770"/>
              <a:gd name="connsiteY36" fmla="*/ 2090605 h 3128874"/>
              <a:gd name="connsiteX37" fmla="*/ 4233616 w 5086770"/>
              <a:gd name="connsiteY37" fmla="*/ 2138388 h 3128874"/>
              <a:gd name="connsiteX38" fmla="*/ 4227451 w 5086770"/>
              <a:gd name="connsiteY38" fmla="*/ 2258616 h 3128874"/>
              <a:gd name="connsiteX39" fmla="*/ 4350761 w 5086770"/>
              <a:gd name="connsiteY39" fmla="*/ 2320270 h 3128874"/>
              <a:gd name="connsiteX40" fmla="*/ 4333805 w 5086770"/>
              <a:gd name="connsiteY40" fmla="*/ 2462077 h 3128874"/>
              <a:gd name="connsiteX41" fmla="*/ 4467905 w 5086770"/>
              <a:gd name="connsiteY41" fmla="*/ 2719486 h 3128874"/>
              <a:gd name="connsiteX42" fmla="*/ 4800655 w 5086770"/>
              <a:gd name="connsiteY42" fmla="*/ 2748491 h 3128874"/>
              <a:gd name="connsiteX43" fmla="*/ 4838191 w 5086770"/>
              <a:gd name="connsiteY43" fmla="*/ 2744074 h 3128874"/>
              <a:gd name="connsiteX44" fmla="*/ 4863823 w 5086770"/>
              <a:gd name="connsiteY44" fmla="*/ 2765476 h 3128874"/>
              <a:gd name="connsiteX45" fmla="*/ 4934321 w 5086770"/>
              <a:gd name="connsiteY45" fmla="*/ 2911083 h 3128874"/>
              <a:gd name="connsiteX46" fmla="*/ 4964162 w 5086770"/>
              <a:gd name="connsiteY46" fmla="*/ 3074402 h 3128874"/>
              <a:gd name="connsiteX47" fmla="*/ 4967647 w 5086770"/>
              <a:gd name="connsiteY47" fmla="*/ 3128874 h 3128874"/>
              <a:gd name="connsiteX48" fmla="*/ 4465138 w 5086770"/>
              <a:gd name="connsiteY48" fmla="*/ 3128874 h 3128874"/>
              <a:gd name="connsiteX49" fmla="*/ 4465138 w 5086770"/>
              <a:gd name="connsiteY49" fmla="*/ 3127460 h 3128874"/>
              <a:gd name="connsiteX50" fmla="*/ 3765314 w 5086770"/>
              <a:gd name="connsiteY50" fmla="*/ 3127460 h 3128874"/>
              <a:gd name="connsiteX51" fmla="*/ 1175459 w 5086770"/>
              <a:gd name="connsiteY51" fmla="*/ 0 h 3128874"/>
              <a:gd name="connsiteX52" fmla="*/ 2229594 w 5086770"/>
              <a:gd name="connsiteY52" fmla="*/ 0 h 3128874"/>
              <a:gd name="connsiteX53" fmla="*/ 3404781 w 5086770"/>
              <a:gd name="connsiteY53" fmla="*/ 3127460 h 3128874"/>
              <a:gd name="connsiteX54" fmla="*/ 2392789 w 5086770"/>
              <a:gd name="connsiteY54" fmla="*/ 3127460 h 3128874"/>
              <a:gd name="connsiteX55" fmla="*/ 2236317 w 5086770"/>
              <a:gd name="connsiteY55" fmla="*/ 2611186 h 3128874"/>
              <a:gd name="connsiteX56" fmla="*/ 1139165 w 5086770"/>
              <a:gd name="connsiteY56" fmla="*/ 2611186 h 3128874"/>
              <a:gd name="connsiteX57" fmla="*/ 986721 w 5086770"/>
              <a:gd name="connsiteY57" fmla="*/ 3127460 h 3128874"/>
              <a:gd name="connsiteX58" fmla="*/ 0 w 5086770"/>
              <a:gd name="connsiteY58" fmla="*/ 3127460 h 31288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5086770" h="3128874">
                <a:moveTo>
                  <a:pt x="5086770" y="1174706"/>
                </a:moveTo>
                <a:lnTo>
                  <a:pt x="5086770" y="1184663"/>
                </a:lnTo>
                <a:lnTo>
                  <a:pt x="5079830" y="1185820"/>
                </a:lnTo>
                <a:cubicBezTo>
                  <a:pt x="5079829" y="1184277"/>
                  <a:pt x="5078289" y="1184277"/>
                  <a:pt x="5078289" y="1182737"/>
                </a:cubicBezTo>
                <a:lnTo>
                  <a:pt x="5078289" y="1179654"/>
                </a:lnTo>
                <a:close/>
                <a:moveTo>
                  <a:pt x="1690658" y="810655"/>
                </a:moveTo>
                <a:lnTo>
                  <a:pt x="1349061" y="1934928"/>
                </a:lnTo>
                <a:lnTo>
                  <a:pt x="2035854" y="1934928"/>
                </a:lnTo>
                <a:close/>
                <a:moveTo>
                  <a:pt x="3765314" y="0"/>
                </a:moveTo>
                <a:lnTo>
                  <a:pt x="4465138" y="0"/>
                </a:lnTo>
                <a:lnTo>
                  <a:pt x="4675955" y="0"/>
                </a:lnTo>
                <a:lnTo>
                  <a:pt x="4659036" y="34412"/>
                </a:lnTo>
                <a:cubicBezTo>
                  <a:pt x="4655952" y="37496"/>
                  <a:pt x="4652870" y="40578"/>
                  <a:pt x="4651327" y="45203"/>
                </a:cubicBezTo>
                <a:cubicBezTo>
                  <a:pt x="4649787" y="48285"/>
                  <a:pt x="4649788" y="49827"/>
                  <a:pt x="4648245" y="51368"/>
                </a:cubicBezTo>
                <a:cubicBezTo>
                  <a:pt x="4632831" y="72947"/>
                  <a:pt x="4528018" y="224002"/>
                  <a:pt x="4483319" y="361184"/>
                </a:cubicBezTo>
                <a:cubicBezTo>
                  <a:pt x="4481777" y="365808"/>
                  <a:pt x="4480236" y="368891"/>
                  <a:pt x="4480236" y="373515"/>
                </a:cubicBezTo>
                <a:cubicBezTo>
                  <a:pt x="4478694" y="381223"/>
                  <a:pt x="4475612" y="390471"/>
                  <a:pt x="4474071" y="398176"/>
                </a:cubicBezTo>
                <a:cubicBezTo>
                  <a:pt x="4466362" y="432087"/>
                  <a:pt x="4458657" y="465997"/>
                  <a:pt x="4450950" y="498367"/>
                </a:cubicBezTo>
                <a:cubicBezTo>
                  <a:pt x="4444783" y="506073"/>
                  <a:pt x="4440160" y="516863"/>
                  <a:pt x="4440161" y="527652"/>
                </a:cubicBezTo>
                <a:cubicBezTo>
                  <a:pt x="4440160" y="532277"/>
                  <a:pt x="4440160" y="535360"/>
                  <a:pt x="4441700" y="539983"/>
                </a:cubicBezTo>
                <a:cubicBezTo>
                  <a:pt x="4440161" y="547691"/>
                  <a:pt x="4438618" y="555397"/>
                  <a:pt x="4437078" y="561562"/>
                </a:cubicBezTo>
                <a:cubicBezTo>
                  <a:pt x="4435535" y="566187"/>
                  <a:pt x="4433995" y="570810"/>
                  <a:pt x="4433995" y="576976"/>
                </a:cubicBezTo>
                <a:cubicBezTo>
                  <a:pt x="4433995" y="576976"/>
                  <a:pt x="4433994" y="578519"/>
                  <a:pt x="4433994" y="578519"/>
                </a:cubicBezTo>
                <a:cubicBezTo>
                  <a:pt x="4417039" y="674083"/>
                  <a:pt x="4407790" y="755776"/>
                  <a:pt x="4413956" y="797393"/>
                </a:cubicBezTo>
                <a:cubicBezTo>
                  <a:pt x="4421664" y="846717"/>
                  <a:pt x="4440160" y="929951"/>
                  <a:pt x="4438619" y="996230"/>
                </a:cubicBezTo>
                <a:cubicBezTo>
                  <a:pt x="4435535" y="1002395"/>
                  <a:pt x="4433995" y="1008560"/>
                  <a:pt x="4433995" y="1016268"/>
                </a:cubicBezTo>
                <a:cubicBezTo>
                  <a:pt x="4433995" y="1019351"/>
                  <a:pt x="4435536" y="1022434"/>
                  <a:pt x="4435536" y="1025517"/>
                </a:cubicBezTo>
                <a:cubicBezTo>
                  <a:pt x="4435536" y="1025517"/>
                  <a:pt x="4435535" y="1027057"/>
                  <a:pt x="4437078" y="1027057"/>
                </a:cubicBezTo>
                <a:cubicBezTo>
                  <a:pt x="4435536" y="1034764"/>
                  <a:pt x="4433994" y="1042471"/>
                  <a:pt x="4432452" y="1048636"/>
                </a:cubicBezTo>
                <a:lnTo>
                  <a:pt x="4413956" y="1085630"/>
                </a:lnTo>
                <a:cubicBezTo>
                  <a:pt x="4369257" y="1164240"/>
                  <a:pt x="4258278" y="1339957"/>
                  <a:pt x="4196623" y="1389280"/>
                </a:cubicBezTo>
                <a:cubicBezTo>
                  <a:pt x="4128802" y="1441687"/>
                  <a:pt x="4062523" y="1538793"/>
                  <a:pt x="4085645" y="1597365"/>
                </a:cubicBezTo>
                <a:cubicBezTo>
                  <a:pt x="4119555" y="1660562"/>
                  <a:pt x="4181210" y="1688307"/>
                  <a:pt x="4216661" y="1697556"/>
                </a:cubicBezTo>
                <a:cubicBezTo>
                  <a:pt x="4252112" y="1706804"/>
                  <a:pt x="4275233" y="1779247"/>
                  <a:pt x="4250571" y="1811617"/>
                </a:cubicBezTo>
                <a:cubicBezTo>
                  <a:pt x="4225909" y="1843985"/>
                  <a:pt x="4187375" y="1853233"/>
                  <a:pt x="4173502" y="1888685"/>
                </a:cubicBezTo>
                <a:cubicBezTo>
                  <a:pt x="4159630" y="1924137"/>
                  <a:pt x="4153465" y="1998123"/>
                  <a:pt x="4213578" y="2022784"/>
                </a:cubicBezTo>
                <a:cubicBezTo>
                  <a:pt x="4259818" y="2041281"/>
                  <a:pt x="4349219" y="2081356"/>
                  <a:pt x="4347678" y="2090605"/>
                </a:cubicBezTo>
                <a:cubicBezTo>
                  <a:pt x="4346136" y="2099853"/>
                  <a:pt x="4250570" y="2107561"/>
                  <a:pt x="4233616" y="2138388"/>
                </a:cubicBezTo>
                <a:cubicBezTo>
                  <a:pt x="4216660" y="2169216"/>
                  <a:pt x="4204330" y="2220080"/>
                  <a:pt x="4227451" y="2258616"/>
                </a:cubicBezTo>
                <a:cubicBezTo>
                  <a:pt x="4250571" y="2297149"/>
                  <a:pt x="4332264" y="2292526"/>
                  <a:pt x="4350761" y="2320270"/>
                </a:cubicBezTo>
                <a:cubicBezTo>
                  <a:pt x="4381588" y="2371135"/>
                  <a:pt x="4358466" y="2378843"/>
                  <a:pt x="4333805" y="2462077"/>
                </a:cubicBezTo>
                <a:cubicBezTo>
                  <a:pt x="4306060" y="2551476"/>
                  <a:pt x="4302977" y="2650125"/>
                  <a:pt x="4467905" y="2719486"/>
                </a:cubicBezTo>
                <a:cubicBezTo>
                  <a:pt x="4562314" y="2758983"/>
                  <a:pt x="4694054" y="2758743"/>
                  <a:pt x="4800655" y="2748491"/>
                </a:cubicBezTo>
                <a:lnTo>
                  <a:pt x="4838191" y="2744074"/>
                </a:lnTo>
                <a:lnTo>
                  <a:pt x="4863823" y="2765476"/>
                </a:lnTo>
                <a:cubicBezTo>
                  <a:pt x="4895578" y="2799449"/>
                  <a:pt x="4917344" y="2847230"/>
                  <a:pt x="4934321" y="2911083"/>
                </a:cubicBezTo>
                <a:cubicBezTo>
                  <a:pt x="4945640" y="2953651"/>
                  <a:pt x="4957371" y="3013267"/>
                  <a:pt x="4964162" y="3074402"/>
                </a:cubicBezTo>
                <a:lnTo>
                  <a:pt x="4967647" y="3128874"/>
                </a:lnTo>
                <a:lnTo>
                  <a:pt x="4465138" y="3128874"/>
                </a:lnTo>
                <a:lnTo>
                  <a:pt x="4465138" y="3127460"/>
                </a:lnTo>
                <a:lnTo>
                  <a:pt x="3765314" y="3127460"/>
                </a:lnTo>
                <a:close/>
                <a:moveTo>
                  <a:pt x="1175459" y="0"/>
                </a:moveTo>
                <a:lnTo>
                  <a:pt x="2229594" y="0"/>
                </a:lnTo>
                <a:lnTo>
                  <a:pt x="3404781" y="3127460"/>
                </a:lnTo>
                <a:lnTo>
                  <a:pt x="2392789" y="3127460"/>
                </a:lnTo>
                <a:lnTo>
                  <a:pt x="2236317" y="2611186"/>
                </a:lnTo>
                <a:lnTo>
                  <a:pt x="1139165" y="2611186"/>
                </a:lnTo>
                <a:lnTo>
                  <a:pt x="986721" y="3127460"/>
                </a:lnTo>
                <a:lnTo>
                  <a:pt x="0" y="312746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xmlns="" id="{A01515AE-4193-4204-AAE3-28BCF655ED34}"/>
              </a:ext>
            </a:extLst>
          </p:cNvPr>
          <p:cNvSpPr/>
          <p:nvPr userDrawn="1"/>
        </p:nvSpPr>
        <p:spPr>
          <a:xfrm>
            <a:off x="11288971" y="161317"/>
            <a:ext cx="903029" cy="1026038"/>
          </a:xfrm>
          <a:custGeom>
            <a:avLst/>
            <a:gdLst>
              <a:gd name="connsiteX0" fmla="*/ 513019 w 903029"/>
              <a:gd name="connsiteY0" fmla="*/ 0 h 1026038"/>
              <a:gd name="connsiteX1" fmla="*/ 903029 w 903029"/>
              <a:gd name="connsiteY1" fmla="*/ 0 h 1026038"/>
              <a:gd name="connsiteX2" fmla="*/ 903029 w 903029"/>
              <a:gd name="connsiteY2" fmla="*/ 1026038 h 1026038"/>
              <a:gd name="connsiteX3" fmla="*/ 513019 w 903029"/>
              <a:gd name="connsiteY3" fmla="*/ 1026038 h 1026038"/>
              <a:gd name="connsiteX4" fmla="*/ 0 w 903029"/>
              <a:gd name="connsiteY4" fmla="*/ 513019 h 1026038"/>
              <a:gd name="connsiteX5" fmla="*/ 513019 w 903029"/>
              <a:gd name="connsiteY5" fmla="*/ 0 h 1026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3029" h="1026038">
                <a:moveTo>
                  <a:pt x="513019" y="0"/>
                </a:moveTo>
                <a:lnTo>
                  <a:pt x="903029" y="0"/>
                </a:lnTo>
                <a:lnTo>
                  <a:pt x="903029" y="1026038"/>
                </a:lnTo>
                <a:lnTo>
                  <a:pt x="513019" y="1026038"/>
                </a:lnTo>
                <a:cubicBezTo>
                  <a:pt x="229686" y="1026038"/>
                  <a:pt x="0" y="796352"/>
                  <a:pt x="0" y="513019"/>
                </a:cubicBezTo>
                <a:cubicBezTo>
                  <a:pt x="0" y="229686"/>
                  <a:pt x="229686" y="0"/>
                  <a:pt x="51301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287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xmlns="" id="{6BEAFC25-821F-477D-B4DA-EF0E26AE08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Sent to Back</a:t>
            </a:r>
            <a:endParaRPr lang="ko-KR" altLang="en-US" dirty="0"/>
          </a:p>
        </p:txBody>
      </p:sp>
      <p:sp>
        <p:nvSpPr>
          <p:cNvPr id="6" name="그림 개체 틀 2">
            <a:extLst>
              <a:ext uri="{FF2B5EF4-FFF2-40B4-BE49-F238E27FC236}">
                <a16:creationId xmlns:a16="http://schemas.microsoft.com/office/drawing/2014/main" xmlns="" id="{2C30C39C-AAA9-4761-B982-E964F936EA3C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1032695" y="1988366"/>
            <a:ext cx="2444297" cy="2444297"/>
          </a:xfrm>
          <a:prstGeom prst="ellipse">
            <a:avLst/>
          </a:prstGeom>
          <a:solidFill>
            <a:schemeClr val="bg1">
              <a:lumMod val="95000"/>
            </a:schemeClr>
          </a:solidFill>
          <a:ln w="15875">
            <a:noFill/>
          </a:ln>
          <a:effectLst>
            <a:innerShdw blurRad="114300">
              <a:schemeClr val="bg1"/>
            </a:innerShdw>
          </a:effectLst>
        </p:spPr>
        <p:txBody>
          <a:bodyPr anchor="ctr"/>
          <a:lstStyle>
            <a:lvl1pPr marL="0" indent="0" algn="ctr"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Bring to Front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322183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xmlns="" id="{6BEAFC25-821F-477D-B4DA-EF0E26AE08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Sent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34304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43073D1A-A4A7-4F5B-BE54-63CEAB575F6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266709" y="529965"/>
            <a:ext cx="4925290" cy="5798070"/>
          </a:xfrm>
          <a:custGeom>
            <a:avLst/>
            <a:gdLst>
              <a:gd name="connsiteX0" fmla="*/ 857449 w 4925290"/>
              <a:gd name="connsiteY0" fmla="*/ 0 h 5798070"/>
              <a:gd name="connsiteX1" fmla="*/ 4214649 w 4925290"/>
              <a:gd name="connsiteY1" fmla="*/ 0 h 5798070"/>
              <a:gd name="connsiteX2" fmla="*/ 4925290 w 4925290"/>
              <a:gd name="connsiteY2" fmla="*/ 1223176 h 5798070"/>
              <a:gd name="connsiteX3" fmla="*/ 4925290 w 4925290"/>
              <a:gd name="connsiteY3" fmla="*/ 4574894 h 5798070"/>
              <a:gd name="connsiteX4" fmla="*/ 4214649 w 4925290"/>
              <a:gd name="connsiteY4" fmla="*/ 5798070 h 5798070"/>
              <a:gd name="connsiteX5" fmla="*/ 857449 w 4925290"/>
              <a:gd name="connsiteY5" fmla="*/ 5798070 h 5798070"/>
              <a:gd name="connsiteX6" fmla="*/ 0 w 4925290"/>
              <a:gd name="connsiteY6" fmla="*/ 4322202 h 5798070"/>
              <a:gd name="connsiteX7" fmla="*/ 2152428 w 4925290"/>
              <a:gd name="connsiteY7" fmla="*/ 4322202 h 5798070"/>
              <a:gd name="connsiteX8" fmla="*/ 2979260 w 4925290"/>
              <a:gd name="connsiteY8" fmla="*/ 2899035 h 5798070"/>
              <a:gd name="connsiteX9" fmla="*/ 2152428 w 4925290"/>
              <a:gd name="connsiteY9" fmla="*/ 1475868 h 5798070"/>
              <a:gd name="connsiteX10" fmla="*/ 0 w 4925290"/>
              <a:gd name="connsiteY10" fmla="*/ 1475868 h 5798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925290" h="5798070">
                <a:moveTo>
                  <a:pt x="857449" y="0"/>
                </a:moveTo>
                <a:lnTo>
                  <a:pt x="4214649" y="0"/>
                </a:lnTo>
                <a:lnTo>
                  <a:pt x="4925290" y="1223176"/>
                </a:lnTo>
                <a:lnTo>
                  <a:pt x="4925290" y="4574894"/>
                </a:lnTo>
                <a:lnTo>
                  <a:pt x="4214649" y="5798070"/>
                </a:lnTo>
                <a:lnTo>
                  <a:pt x="857449" y="5798070"/>
                </a:lnTo>
                <a:lnTo>
                  <a:pt x="0" y="4322202"/>
                </a:lnTo>
                <a:lnTo>
                  <a:pt x="2152428" y="4322202"/>
                </a:lnTo>
                <a:lnTo>
                  <a:pt x="2979260" y="2899035"/>
                </a:lnTo>
                <a:lnTo>
                  <a:pt x="2152428" y="1475868"/>
                </a:lnTo>
                <a:lnTo>
                  <a:pt x="0" y="147586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xmlns="" id="{8CF70162-E0C4-4E2A-B2CE-73A49347672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525108" y="2105085"/>
            <a:ext cx="4925290" cy="2647831"/>
          </a:xfrm>
          <a:custGeom>
            <a:avLst/>
            <a:gdLst>
              <a:gd name="connsiteX0" fmla="*/ 769169 w 6213231"/>
              <a:gd name="connsiteY0" fmla="*/ 0 h 2647831"/>
              <a:gd name="connsiteX1" fmla="*/ 5444062 w 6213231"/>
              <a:gd name="connsiteY1" fmla="*/ 0 h 2647831"/>
              <a:gd name="connsiteX2" fmla="*/ 6213231 w 6213231"/>
              <a:gd name="connsiteY2" fmla="*/ 1323916 h 2647831"/>
              <a:gd name="connsiteX3" fmla="*/ 5444062 w 6213231"/>
              <a:gd name="connsiteY3" fmla="*/ 2647831 h 2647831"/>
              <a:gd name="connsiteX4" fmla="*/ 769169 w 6213231"/>
              <a:gd name="connsiteY4" fmla="*/ 2647831 h 2647831"/>
              <a:gd name="connsiteX5" fmla="*/ 0 w 6213231"/>
              <a:gd name="connsiteY5" fmla="*/ 1323916 h 26478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213231" h="2647831">
                <a:moveTo>
                  <a:pt x="769169" y="0"/>
                </a:moveTo>
                <a:lnTo>
                  <a:pt x="5444062" y="0"/>
                </a:lnTo>
                <a:lnTo>
                  <a:pt x="6213231" y="1323916"/>
                </a:lnTo>
                <a:lnTo>
                  <a:pt x="5444062" y="2647831"/>
                </a:lnTo>
                <a:lnTo>
                  <a:pt x="769169" y="2647831"/>
                </a:lnTo>
                <a:lnTo>
                  <a:pt x="0" y="132391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47684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그림 개체 틀 2">
            <a:extLst>
              <a:ext uri="{FF2B5EF4-FFF2-40B4-BE49-F238E27FC236}">
                <a16:creationId xmlns:a16="http://schemas.microsoft.com/office/drawing/2014/main" xmlns="" id="{6BEAFC25-821F-477D-B4DA-EF0E26AE084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1160586" y="0"/>
            <a:ext cx="4853352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anchor="ctr"/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 and Sent to Back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29724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ntents slide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xmlns="" id="{21AEC72C-3C89-4B08-B67E-E04E47BA302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847486" y="342900"/>
            <a:ext cx="5926499" cy="6172200"/>
          </a:xfrm>
          <a:custGeom>
            <a:avLst/>
            <a:gdLst>
              <a:gd name="connsiteX0" fmla="*/ 1240972 w 5926499"/>
              <a:gd name="connsiteY0" fmla="*/ 0 h 6172200"/>
              <a:gd name="connsiteX1" fmla="*/ 5926499 w 5926499"/>
              <a:gd name="connsiteY1" fmla="*/ 0 h 6172200"/>
              <a:gd name="connsiteX2" fmla="*/ 5926499 w 5926499"/>
              <a:gd name="connsiteY2" fmla="*/ 6172200 h 6172200"/>
              <a:gd name="connsiteX3" fmla="*/ 1240972 w 5926499"/>
              <a:gd name="connsiteY3" fmla="*/ 6172200 h 6172200"/>
              <a:gd name="connsiteX4" fmla="*/ 1240972 w 5926499"/>
              <a:gd name="connsiteY4" fmla="*/ 6015988 h 6172200"/>
              <a:gd name="connsiteX5" fmla="*/ 92399 w 5926499"/>
              <a:gd name="connsiteY5" fmla="*/ 6015988 h 6172200"/>
              <a:gd name="connsiteX6" fmla="*/ 92399 w 5926499"/>
              <a:gd name="connsiteY6" fmla="*/ 5938701 h 6172200"/>
              <a:gd name="connsiteX7" fmla="*/ 1240972 w 5926499"/>
              <a:gd name="connsiteY7" fmla="*/ 5938701 h 6172200"/>
              <a:gd name="connsiteX8" fmla="*/ 1240972 w 5926499"/>
              <a:gd name="connsiteY8" fmla="*/ 5859778 h 6172200"/>
              <a:gd name="connsiteX9" fmla="*/ 497028 w 5926499"/>
              <a:gd name="connsiteY9" fmla="*/ 5859778 h 6172200"/>
              <a:gd name="connsiteX10" fmla="*/ 497028 w 5926499"/>
              <a:gd name="connsiteY10" fmla="*/ 5668190 h 6172200"/>
              <a:gd name="connsiteX11" fmla="*/ 1240972 w 5926499"/>
              <a:gd name="connsiteY11" fmla="*/ 5668190 h 6172200"/>
              <a:gd name="connsiteX12" fmla="*/ 1240972 w 5926499"/>
              <a:gd name="connsiteY12" fmla="*/ 5589267 h 6172200"/>
              <a:gd name="connsiteX13" fmla="*/ 2775704 w 5926499"/>
              <a:gd name="connsiteY13" fmla="*/ 5589267 h 6172200"/>
              <a:gd name="connsiteX14" fmla="*/ 2775704 w 5926499"/>
              <a:gd name="connsiteY14" fmla="*/ 5511980 h 6172200"/>
              <a:gd name="connsiteX15" fmla="*/ 1240972 w 5926499"/>
              <a:gd name="connsiteY15" fmla="*/ 5511980 h 6172200"/>
              <a:gd name="connsiteX16" fmla="*/ 1240972 w 5926499"/>
              <a:gd name="connsiteY16" fmla="*/ 5222694 h 6172200"/>
              <a:gd name="connsiteX17" fmla="*/ 2993421 w 5926499"/>
              <a:gd name="connsiteY17" fmla="*/ 5222694 h 6172200"/>
              <a:gd name="connsiteX18" fmla="*/ 2993421 w 5926499"/>
              <a:gd name="connsiteY18" fmla="*/ 5031107 h 6172200"/>
              <a:gd name="connsiteX19" fmla="*/ 1240972 w 5926499"/>
              <a:gd name="connsiteY19" fmla="*/ 5031107 h 6172200"/>
              <a:gd name="connsiteX20" fmla="*/ 1240972 w 5926499"/>
              <a:gd name="connsiteY20" fmla="*/ 4922382 h 6172200"/>
              <a:gd name="connsiteX21" fmla="*/ 225578 w 5926499"/>
              <a:gd name="connsiteY21" fmla="*/ 4922382 h 6172200"/>
              <a:gd name="connsiteX22" fmla="*/ 225578 w 5926499"/>
              <a:gd name="connsiteY22" fmla="*/ 4845095 h 6172200"/>
              <a:gd name="connsiteX23" fmla="*/ 1240972 w 5926499"/>
              <a:gd name="connsiteY23" fmla="*/ 4845095 h 6172200"/>
              <a:gd name="connsiteX24" fmla="*/ 1240972 w 5926499"/>
              <a:gd name="connsiteY24" fmla="*/ 4721133 h 6172200"/>
              <a:gd name="connsiteX25" fmla="*/ 2181818 w 5926499"/>
              <a:gd name="connsiteY25" fmla="*/ 4721133 h 6172200"/>
              <a:gd name="connsiteX26" fmla="*/ 2181818 w 5926499"/>
              <a:gd name="connsiteY26" fmla="*/ 4655818 h 6172200"/>
              <a:gd name="connsiteX27" fmla="*/ 1240972 w 5926499"/>
              <a:gd name="connsiteY27" fmla="*/ 4655818 h 6172200"/>
              <a:gd name="connsiteX28" fmla="*/ 1240972 w 5926499"/>
              <a:gd name="connsiteY28" fmla="*/ 4516481 h 6172200"/>
              <a:gd name="connsiteX29" fmla="*/ 497028 w 5926499"/>
              <a:gd name="connsiteY29" fmla="*/ 4516481 h 6172200"/>
              <a:gd name="connsiteX30" fmla="*/ 497028 w 5926499"/>
              <a:gd name="connsiteY30" fmla="*/ 4439194 h 6172200"/>
              <a:gd name="connsiteX31" fmla="*/ 1240972 w 5926499"/>
              <a:gd name="connsiteY31" fmla="*/ 4439194 h 6172200"/>
              <a:gd name="connsiteX32" fmla="*/ 1240972 w 5926499"/>
              <a:gd name="connsiteY32" fmla="*/ 4321628 h 6172200"/>
              <a:gd name="connsiteX33" fmla="*/ 2347278 w 5926499"/>
              <a:gd name="connsiteY33" fmla="*/ 4321628 h 6172200"/>
              <a:gd name="connsiteX34" fmla="*/ 2347278 w 5926499"/>
              <a:gd name="connsiteY34" fmla="*/ 4130040 h 6172200"/>
              <a:gd name="connsiteX35" fmla="*/ 1240972 w 5926499"/>
              <a:gd name="connsiteY35" fmla="*/ 4130040 h 6172200"/>
              <a:gd name="connsiteX36" fmla="*/ 1240972 w 5926499"/>
              <a:gd name="connsiteY36" fmla="*/ 3828776 h 6172200"/>
              <a:gd name="connsiteX37" fmla="*/ 2347278 w 5926499"/>
              <a:gd name="connsiteY37" fmla="*/ 3828776 h 6172200"/>
              <a:gd name="connsiteX38" fmla="*/ 2347278 w 5926499"/>
              <a:gd name="connsiteY38" fmla="*/ 3751489 h 6172200"/>
              <a:gd name="connsiteX39" fmla="*/ 1240972 w 5926499"/>
              <a:gd name="connsiteY39" fmla="*/ 3751489 h 6172200"/>
              <a:gd name="connsiteX40" fmla="*/ 1240972 w 5926499"/>
              <a:gd name="connsiteY40" fmla="*/ 3567249 h 6172200"/>
              <a:gd name="connsiteX41" fmla="*/ 544605 w 5926499"/>
              <a:gd name="connsiteY41" fmla="*/ 3567249 h 6172200"/>
              <a:gd name="connsiteX42" fmla="*/ 544605 w 5926499"/>
              <a:gd name="connsiteY42" fmla="*/ 3279866 h 6172200"/>
              <a:gd name="connsiteX43" fmla="*/ 1240972 w 5926499"/>
              <a:gd name="connsiteY43" fmla="*/ 3279866 h 6172200"/>
              <a:gd name="connsiteX44" fmla="*/ 1240972 w 5926499"/>
              <a:gd name="connsiteY44" fmla="*/ 3141069 h 6172200"/>
              <a:gd name="connsiteX45" fmla="*/ 0 w 5926499"/>
              <a:gd name="connsiteY45" fmla="*/ 3141069 h 6172200"/>
              <a:gd name="connsiteX46" fmla="*/ 0 w 5926499"/>
              <a:gd name="connsiteY46" fmla="*/ 3063782 h 6172200"/>
              <a:gd name="connsiteX47" fmla="*/ 1240972 w 5926499"/>
              <a:gd name="connsiteY47" fmla="*/ 3063782 h 6172200"/>
              <a:gd name="connsiteX48" fmla="*/ 1240972 w 5926499"/>
              <a:gd name="connsiteY48" fmla="*/ 2942953 h 6172200"/>
              <a:gd name="connsiteX49" fmla="*/ 343464 w 5926499"/>
              <a:gd name="connsiteY49" fmla="*/ 2942953 h 6172200"/>
              <a:gd name="connsiteX50" fmla="*/ 343464 w 5926499"/>
              <a:gd name="connsiteY50" fmla="*/ 2865666 h 6172200"/>
              <a:gd name="connsiteX51" fmla="*/ 1240972 w 5926499"/>
              <a:gd name="connsiteY51" fmla="*/ 2865666 h 6172200"/>
              <a:gd name="connsiteX52" fmla="*/ 1240972 w 5926499"/>
              <a:gd name="connsiteY52" fmla="*/ 2770414 h 6172200"/>
              <a:gd name="connsiteX53" fmla="*/ 2020709 w 5926499"/>
              <a:gd name="connsiteY53" fmla="*/ 2770414 h 6172200"/>
              <a:gd name="connsiteX54" fmla="*/ 2020709 w 5926499"/>
              <a:gd name="connsiteY54" fmla="*/ 2705099 h 6172200"/>
              <a:gd name="connsiteX55" fmla="*/ 1240972 w 5926499"/>
              <a:gd name="connsiteY55" fmla="*/ 2705099 h 6172200"/>
              <a:gd name="connsiteX56" fmla="*/ 1240972 w 5926499"/>
              <a:gd name="connsiteY56" fmla="*/ 2453364 h 6172200"/>
              <a:gd name="connsiteX57" fmla="*/ 2113162 w 5926499"/>
              <a:gd name="connsiteY57" fmla="*/ 2453364 h 6172200"/>
              <a:gd name="connsiteX58" fmla="*/ 2113162 w 5926499"/>
              <a:gd name="connsiteY58" fmla="*/ 2261777 h 6172200"/>
              <a:gd name="connsiteX59" fmla="*/ 1240972 w 5926499"/>
              <a:gd name="connsiteY59" fmla="*/ 2261777 h 6172200"/>
              <a:gd name="connsiteX60" fmla="*/ 1240972 w 5926499"/>
              <a:gd name="connsiteY60" fmla="*/ 2065018 h 6172200"/>
              <a:gd name="connsiteX61" fmla="*/ 544605 w 5926499"/>
              <a:gd name="connsiteY61" fmla="*/ 2065018 h 6172200"/>
              <a:gd name="connsiteX62" fmla="*/ 544605 w 5926499"/>
              <a:gd name="connsiteY62" fmla="*/ 1999703 h 6172200"/>
              <a:gd name="connsiteX63" fmla="*/ 1240972 w 5926499"/>
              <a:gd name="connsiteY63" fmla="*/ 1999703 h 6172200"/>
              <a:gd name="connsiteX64" fmla="*/ 1240972 w 5926499"/>
              <a:gd name="connsiteY64" fmla="*/ 1794507 h 6172200"/>
              <a:gd name="connsiteX65" fmla="*/ 2587402 w 5926499"/>
              <a:gd name="connsiteY65" fmla="*/ 1794507 h 6172200"/>
              <a:gd name="connsiteX66" fmla="*/ 2587402 w 5926499"/>
              <a:gd name="connsiteY66" fmla="*/ 1717220 h 6172200"/>
              <a:gd name="connsiteX67" fmla="*/ 1240972 w 5926499"/>
              <a:gd name="connsiteY67" fmla="*/ 1717220 h 6172200"/>
              <a:gd name="connsiteX68" fmla="*/ 1240972 w 5926499"/>
              <a:gd name="connsiteY68" fmla="*/ 1582782 h 6172200"/>
              <a:gd name="connsiteX69" fmla="*/ 191589 w 5926499"/>
              <a:gd name="connsiteY69" fmla="*/ 1582782 h 6172200"/>
              <a:gd name="connsiteX70" fmla="*/ 191589 w 5926499"/>
              <a:gd name="connsiteY70" fmla="*/ 1391193 h 6172200"/>
              <a:gd name="connsiteX71" fmla="*/ 1240972 w 5926499"/>
              <a:gd name="connsiteY71" fmla="*/ 1391193 h 6172200"/>
              <a:gd name="connsiteX72" fmla="*/ 1240972 w 5926499"/>
              <a:gd name="connsiteY72" fmla="*/ 1256756 h 6172200"/>
              <a:gd name="connsiteX73" fmla="*/ 2981203 w 5926499"/>
              <a:gd name="connsiteY73" fmla="*/ 1256756 h 6172200"/>
              <a:gd name="connsiteX74" fmla="*/ 2981203 w 5926499"/>
              <a:gd name="connsiteY74" fmla="*/ 1179469 h 6172200"/>
              <a:gd name="connsiteX75" fmla="*/ 1240972 w 5926499"/>
              <a:gd name="connsiteY75" fmla="*/ 1179469 h 6172200"/>
              <a:gd name="connsiteX76" fmla="*/ 1240972 w 5926499"/>
              <a:gd name="connsiteY76" fmla="*/ 1024346 h 6172200"/>
              <a:gd name="connsiteX77" fmla="*/ 2051188 w 5926499"/>
              <a:gd name="connsiteY77" fmla="*/ 1024346 h 6172200"/>
              <a:gd name="connsiteX78" fmla="*/ 2051188 w 5926499"/>
              <a:gd name="connsiteY78" fmla="*/ 828402 h 6172200"/>
              <a:gd name="connsiteX79" fmla="*/ 1240972 w 5926499"/>
              <a:gd name="connsiteY79" fmla="*/ 828402 h 6172200"/>
              <a:gd name="connsiteX80" fmla="*/ 1240972 w 5926499"/>
              <a:gd name="connsiteY80" fmla="*/ 695597 h 6172200"/>
              <a:gd name="connsiteX81" fmla="*/ 579440 w 5926499"/>
              <a:gd name="connsiteY81" fmla="*/ 695597 h 6172200"/>
              <a:gd name="connsiteX82" fmla="*/ 579440 w 5926499"/>
              <a:gd name="connsiteY82" fmla="*/ 504009 h 6172200"/>
              <a:gd name="connsiteX83" fmla="*/ 1240972 w 5926499"/>
              <a:gd name="connsiteY83" fmla="*/ 504009 h 6172200"/>
              <a:gd name="connsiteX84" fmla="*/ 1240972 w 5926499"/>
              <a:gd name="connsiteY84" fmla="*/ 447943 h 6172200"/>
              <a:gd name="connsiteX85" fmla="*/ 977276 w 5926499"/>
              <a:gd name="connsiteY85" fmla="*/ 447943 h 6172200"/>
              <a:gd name="connsiteX86" fmla="*/ 977276 w 5926499"/>
              <a:gd name="connsiteY86" fmla="*/ 370656 h 6172200"/>
              <a:gd name="connsiteX87" fmla="*/ 1240972 w 5926499"/>
              <a:gd name="connsiteY87" fmla="*/ 370656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</a:cxnLst>
            <a:rect l="l" t="t" r="r" b="b"/>
            <a:pathLst>
              <a:path w="5926499" h="6172200">
                <a:moveTo>
                  <a:pt x="1240972" y="0"/>
                </a:moveTo>
                <a:lnTo>
                  <a:pt x="5926499" y="0"/>
                </a:lnTo>
                <a:lnTo>
                  <a:pt x="5926499" y="6172200"/>
                </a:lnTo>
                <a:lnTo>
                  <a:pt x="1240972" y="6172200"/>
                </a:lnTo>
                <a:lnTo>
                  <a:pt x="1240972" y="6015988"/>
                </a:lnTo>
                <a:lnTo>
                  <a:pt x="92399" y="6015988"/>
                </a:lnTo>
                <a:lnTo>
                  <a:pt x="92399" y="5938701"/>
                </a:lnTo>
                <a:lnTo>
                  <a:pt x="1240972" y="5938701"/>
                </a:lnTo>
                <a:lnTo>
                  <a:pt x="1240972" y="5859778"/>
                </a:lnTo>
                <a:lnTo>
                  <a:pt x="497028" y="5859778"/>
                </a:lnTo>
                <a:lnTo>
                  <a:pt x="497028" y="5668190"/>
                </a:lnTo>
                <a:lnTo>
                  <a:pt x="1240972" y="5668190"/>
                </a:lnTo>
                <a:lnTo>
                  <a:pt x="1240972" y="5589267"/>
                </a:lnTo>
                <a:lnTo>
                  <a:pt x="2775704" y="5589267"/>
                </a:lnTo>
                <a:lnTo>
                  <a:pt x="2775704" y="5511980"/>
                </a:lnTo>
                <a:lnTo>
                  <a:pt x="1240972" y="5511980"/>
                </a:lnTo>
                <a:lnTo>
                  <a:pt x="1240972" y="5222694"/>
                </a:lnTo>
                <a:lnTo>
                  <a:pt x="2993421" y="5222694"/>
                </a:lnTo>
                <a:lnTo>
                  <a:pt x="2993421" y="5031107"/>
                </a:lnTo>
                <a:lnTo>
                  <a:pt x="1240972" y="5031107"/>
                </a:lnTo>
                <a:lnTo>
                  <a:pt x="1240972" y="4922382"/>
                </a:lnTo>
                <a:lnTo>
                  <a:pt x="225578" y="4922382"/>
                </a:lnTo>
                <a:lnTo>
                  <a:pt x="225578" y="4845095"/>
                </a:lnTo>
                <a:lnTo>
                  <a:pt x="1240972" y="4845095"/>
                </a:lnTo>
                <a:lnTo>
                  <a:pt x="1240972" y="4721133"/>
                </a:lnTo>
                <a:lnTo>
                  <a:pt x="2181818" y="4721133"/>
                </a:lnTo>
                <a:lnTo>
                  <a:pt x="2181818" y="4655818"/>
                </a:lnTo>
                <a:lnTo>
                  <a:pt x="1240972" y="4655818"/>
                </a:lnTo>
                <a:lnTo>
                  <a:pt x="1240972" y="4516481"/>
                </a:lnTo>
                <a:lnTo>
                  <a:pt x="497028" y="4516481"/>
                </a:lnTo>
                <a:lnTo>
                  <a:pt x="497028" y="4439194"/>
                </a:lnTo>
                <a:lnTo>
                  <a:pt x="1240972" y="4439194"/>
                </a:lnTo>
                <a:lnTo>
                  <a:pt x="1240972" y="4321628"/>
                </a:lnTo>
                <a:lnTo>
                  <a:pt x="2347278" y="4321628"/>
                </a:lnTo>
                <a:lnTo>
                  <a:pt x="2347278" y="4130040"/>
                </a:lnTo>
                <a:lnTo>
                  <a:pt x="1240972" y="4130040"/>
                </a:lnTo>
                <a:lnTo>
                  <a:pt x="1240972" y="3828776"/>
                </a:lnTo>
                <a:lnTo>
                  <a:pt x="2347278" y="3828776"/>
                </a:lnTo>
                <a:lnTo>
                  <a:pt x="2347278" y="3751489"/>
                </a:lnTo>
                <a:lnTo>
                  <a:pt x="1240972" y="3751489"/>
                </a:lnTo>
                <a:lnTo>
                  <a:pt x="1240972" y="3567249"/>
                </a:lnTo>
                <a:lnTo>
                  <a:pt x="544605" y="3567249"/>
                </a:lnTo>
                <a:lnTo>
                  <a:pt x="544605" y="3279866"/>
                </a:lnTo>
                <a:lnTo>
                  <a:pt x="1240972" y="3279866"/>
                </a:lnTo>
                <a:lnTo>
                  <a:pt x="1240972" y="3141069"/>
                </a:lnTo>
                <a:lnTo>
                  <a:pt x="0" y="3141069"/>
                </a:lnTo>
                <a:lnTo>
                  <a:pt x="0" y="3063782"/>
                </a:lnTo>
                <a:lnTo>
                  <a:pt x="1240972" y="3063782"/>
                </a:lnTo>
                <a:lnTo>
                  <a:pt x="1240972" y="2942953"/>
                </a:lnTo>
                <a:lnTo>
                  <a:pt x="343464" y="2942953"/>
                </a:lnTo>
                <a:lnTo>
                  <a:pt x="343464" y="2865666"/>
                </a:lnTo>
                <a:lnTo>
                  <a:pt x="1240972" y="2865666"/>
                </a:lnTo>
                <a:lnTo>
                  <a:pt x="1240972" y="2770414"/>
                </a:lnTo>
                <a:lnTo>
                  <a:pt x="2020709" y="2770414"/>
                </a:lnTo>
                <a:lnTo>
                  <a:pt x="2020709" y="2705099"/>
                </a:lnTo>
                <a:lnTo>
                  <a:pt x="1240972" y="2705099"/>
                </a:lnTo>
                <a:lnTo>
                  <a:pt x="1240972" y="2453364"/>
                </a:lnTo>
                <a:lnTo>
                  <a:pt x="2113162" y="2453364"/>
                </a:lnTo>
                <a:lnTo>
                  <a:pt x="2113162" y="2261777"/>
                </a:lnTo>
                <a:lnTo>
                  <a:pt x="1240972" y="2261777"/>
                </a:lnTo>
                <a:lnTo>
                  <a:pt x="1240972" y="2065018"/>
                </a:lnTo>
                <a:lnTo>
                  <a:pt x="544605" y="2065018"/>
                </a:lnTo>
                <a:lnTo>
                  <a:pt x="544605" y="1999703"/>
                </a:lnTo>
                <a:lnTo>
                  <a:pt x="1240972" y="1999703"/>
                </a:lnTo>
                <a:lnTo>
                  <a:pt x="1240972" y="1794507"/>
                </a:lnTo>
                <a:lnTo>
                  <a:pt x="2587402" y="1794507"/>
                </a:lnTo>
                <a:lnTo>
                  <a:pt x="2587402" y="1717220"/>
                </a:lnTo>
                <a:lnTo>
                  <a:pt x="1240972" y="1717220"/>
                </a:lnTo>
                <a:lnTo>
                  <a:pt x="1240972" y="1582782"/>
                </a:lnTo>
                <a:lnTo>
                  <a:pt x="191589" y="1582782"/>
                </a:lnTo>
                <a:lnTo>
                  <a:pt x="191589" y="1391193"/>
                </a:lnTo>
                <a:lnTo>
                  <a:pt x="1240972" y="1391193"/>
                </a:lnTo>
                <a:lnTo>
                  <a:pt x="1240972" y="1256756"/>
                </a:lnTo>
                <a:lnTo>
                  <a:pt x="2981203" y="1256756"/>
                </a:lnTo>
                <a:lnTo>
                  <a:pt x="2981203" y="1179469"/>
                </a:lnTo>
                <a:lnTo>
                  <a:pt x="1240972" y="1179469"/>
                </a:lnTo>
                <a:lnTo>
                  <a:pt x="1240972" y="1024346"/>
                </a:lnTo>
                <a:lnTo>
                  <a:pt x="2051188" y="1024346"/>
                </a:lnTo>
                <a:lnTo>
                  <a:pt x="2051188" y="828402"/>
                </a:lnTo>
                <a:lnTo>
                  <a:pt x="1240972" y="828402"/>
                </a:lnTo>
                <a:lnTo>
                  <a:pt x="1240972" y="695597"/>
                </a:lnTo>
                <a:lnTo>
                  <a:pt x="579440" y="695597"/>
                </a:lnTo>
                <a:lnTo>
                  <a:pt x="579440" y="504009"/>
                </a:lnTo>
                <a:lnTo>
                  <a:pt x="1240972" y="504009"/>
                </a:lnTo>
                <a:lnTo>
                  <a:pt x="1240972" y="447943"/>
                </a:lnTo>
                <a:lnTo>
                  <a:pt x="977276" y="447943"/>
                </a:lnTo>
                <a:lnTo>
                  <a:pt x="977276" y="370656"/>
                </a:lnTo>
                <a:lnTo>
                  <a:pt x="1240972" y="370656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152400">
            <a:noFill/>
          </a:ln>
          <a:effectLst/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Place 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96384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60155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104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55" r:id="rId2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17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9" r:id="rId2"/>
    <p:sldLayoutId id="2147483736" r:id="rId3"/>
    <p:sldLayoutId id="2147483740" r:id="rId4"/>
    <p:sldLayoutId id="2147483741" r:id="rId5"/>
    <p:sldLayoutId id="2147483742" r:id="rId6"/>
    <p:sldLayoutId id="2147483732" r:id="rId7"/>
    <p:sldLayoutId id="2147483738" r:id="rId8"/>
    <p:sldLayoutId id="2147483743" r:id="rId9"/>
    <p:sldLayoutId id="2147483745" r:id="rId10"/>
    <p:sldLayoutId id="2147483747" r:id="rId11"/>
    <p:sldLayoutId id="2147483746" r:id="rId12"/>
    <p:sldLayoutId id="2147483744" r:id="rId13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5178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l" defTabSz="914423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5" indent="-228605" algn="l" defTabSz="91442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1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2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40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52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63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7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85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98" indent="-228605" algn="l" defTabSz="91442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3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3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45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5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8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80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92" algn="l" defTabSz="91442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4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24.png"/><Relationship Id="rId5" Type="http://schemas.openxmlformats.org/officeDocument/2006/relationships/image" Target="../media/image9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203" y="107654"/>
            <a:ext cx="1493649" cy="1469263"/>
          </a:xfrm>
          <a:prstGeom prst="rect">
            <a:avLst/>
          </a:prstGeom>
        </p:spPr>
      </p:pic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8" y="146290"/>
            <a:ext cx="1548518" cy="15302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xmlns="" id="{C221F751-3C5B-4561-AD14-8637C5B66736}"/>
              </a:ext>
            </a:extLst>
          </p:cNvPr>
          <p:cNvSpPr txBox="1"/>
          <p:nvPr/>
        </p:nvSpPr>
        <p:spPr>
          <a:xfrm>
            <a:off x="0" y="56138"/>
            <a:ext cx="12191852" cy="68018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MX" altLang="ko-KR" sz="2400" dirty="0">
                <a:solidFill>
                  <a:schemeClr val="bg1"/>
                </a:solidFill>
                <a:cs typeface="Arial" pitchFamily="34" charset="0"/>
              </a:rPr>
              <a:t>UNIVERSIDAD TECNOLÓGICA DE PANAMÁ</a:t>
            </a:r>
            <a:br>
              <a:rPr lang="es-MX" altLang="ko-KR" sz="2400" dirty="0">
                <a:solidFill>
                  <a:schemeClr val="bg1"/>
                </a:solidFill>
                <a:cs typeface="Arial" pitchFamily="34" charset="0"/>
              </a:rPr>
            </a:br>
            <a:r>
              <a:rPr lang="es-MX" altLang="ko-KR" sz="2400" dirty="0">
                <a:solidFill>
                  <a:schemeClr val="bg1"/>
                </a:solidFill>
                <a:cs typeface="Arial" pitchFamily="34" charset="0"/>
              </a:rPr>
              <a:t>FACULTAD DE INGENIERÍA DE SISTEMAS COMPUTACIONALES </a:t>
            </a:r>
            <a:br>
              <a:rPr lang="es-MX" altLang="ko-KR" sz="2400" dirty="0">
                <a:solidFill>
                  <a:schemeClr val="bg1"/>
                </a:solidFill>
                <a:cs typeface="Arial" pitchFamily="34" charset="0"/>
              </a:rPr>
            </a:br>
            <a:r>
              <a:rPr lang="es-MX" altLang="ko-KR" sz="2400" dirty="0">
                <a:solidFill>
                  <a:schemeClr val="bg1"/>
                </a:solidFill>
                <a:cs typeface="Arial" pitchFamily="34" charset="0"/>
              </a:rPr>
              <a:t>LICENCIATURA EN </a:t>
            </a:r>
            <a:r>
              <a:rPr lang="es-MX" altLang="ko-KR" sz="2400" dirty="0" smtClean="0">
                <a:solidFill>
                  <a:schemeClr val="bg1"/>
                </a:solidFill>
                <a:cs typeface="Arial" pitchFamily="34" charset="0"/>
              </a:rPr>
              <a:t>CIBERSEGURIDAD</a:t>
            </a:r>
          </a:p>
          <a:p>
            <a:pPr algn="ctr"/>
            <a:endParaRPr lang="es-MX" altLang="ko-KR" sz="2400" dirty="0" smtClean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r>
              <a:rPr lang="es-MX" altLang="ko-KR" sz="2400" dirty="0" smtClean="0">
                <a:solidFill>
                  <a:schemeClr val="bg1"/>
                </a:solidFill>
                <a:cs typeface="Arial" pitchFamily="34" charset="0"/>
              </a:rPr>
              <a:t>PROGRAMACION 1</a:t>
            </a:r>
          </a:p>
          <a:p>
            <a:pPr algn="ctr"/>
            <a:endParaRPr lang="es-MX" altLang="ko-KR" sz="2400" dirty="0" smtClean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r>
              <a:rPr lang="es-MX" altLang="ko-KR" sz="2400" dirty="0" smtClean="0">
                <a:solidFill>
                  <a:schemeClr val="bg1"/>
                </a:solidFill>
                <a:cs typeface="Arial" pitchFamily="34" charset="0"/>
              </a:rPr>
              <a:t>INVESTIGACION 1</a:t>
            </a:r>
          </a:p>
          <a:p>
            <a:pPr algn="ctr"/>
            <a:r>
              <a:rPr lang="es-MX" altLang="ko-KR" sz="2400" dirty="0" smtClean="0">
                <a:solidFill>
                  <a:schemeClr val="bg1"/>
                </a:solidFill>
                <a:cs typeface="Arial" pitchFamily="34" charset="0"/>
              </a:rPr>
              <a:t> </a:t>
            </a:r>
          </a:p>
          <a:p>
            <a:pPr algn="ctr"/>
            <a:r>
              <a:rPr lang="es-MX" altLang="ko-KR" sz="2400" dirty="0">
                <a:solidFill>
                  <a:schemeClr val="bg1"/>
                </a:solidFill>
                <a:cs typeface="Arial" pitchFamily="34" charset="0"/>
              </a:rPr>
              <a:t>PREPARADO </a:t>
            </a:r>
            <a:r>
              <a:rPr lang="es-MX" altLang="ko-KR" sz="2400" dirty="0" smtClean="0">
                <a:solidFill>
                  <a:schemeClr val="bg1"/>
                </a:solidFill>
                <a:cs typeface="Arial" pitchFamily="34" charset="0"/>
              </a:rPr>
              <a:t>POR</a:t>
            </a:r>
          </a:p>
          <a:p>
            <a:pPr algn="ctr"/>
            <a:r>
              <a:rPr lang="es-MX" altLang="ko-KR" sz="2400" dirty="0" smtClean="0">
                <a:solidFill>
                  <a:schemeClr val="bg1"/>
                </a:solidFill>
                <a:cs typeface="Arial" pitchFamily="34" charset="0"/>
              </a:rPr>
              <a:t>ADRIAN </a:t>
            </a:r>
            <a:r>
              <a:rPr lang="es-MX" altLang="ko-KR" sz="2400" dirty="0">
                <a:solidFill>
                  <a:schemeClr val="bg1"/>
                </a:solidFill>
                <a:cs typeface="Arial" pitchFamily="34" charset="0"/>
              </a:rPr>
              <a:t>JIMENEZ 4-839-2413 </a:t>
            </a:r>
            <a:endParaRPr lang="es-MX" altLang="ko-KR" sz="2400" dirty="0" smtClean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endParaRPr lang="es-MX" altLang="ko-KR" sz="2400" dirty="0" smtClean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r>
              <a:rPr lang="es-MX" altLang="ko-KR" sz="2400" dirty="0">
                <a:solidFill>
                  <a:schemeClr val="bg1"/>
                </a:solidFill>
                <a:cs typeface="Arial" pitchFamily="34" charset="0"/>
              </a:rPr>
              <a:t>A CONSIDERACIÓN DE</a:t>
            </a:r>
            <a:r>
              <a:rPr lang="es-MX" altLang="ko-KR" sz="2400" dirty="0" smtClean="0">
                <a:solidFill>
                  <a:schemeClr val="bg1"/>
                </a:solidFill>
                <a:cs typeface="Arial" pitchFamily="34" charset="0"/>
              </a:rPr>
              <a:t>:</a:t>
            </a:r>
          </a:p>
          <a:p>
            <a:pPr algn="ctr"/>
            <a:r>
              <a:rPr lang="es-MX" altLang="ko-KR" sz="2400" dirty="0" smtClean="0">
                <a:solidFill>
                  <a:schemeClr val="bg1"/>
                </a:solidFill>
                <a:cs typeface="Arial" pitchFamily="34" charset="0"/>
              </a:rPr>
              <a:t>NAPOLEON IBARRA</a:t>
            </a:r>
          </a:p>
          <a:p>
            <a:pPr algn="ctr"/>
            <a:endParaRPr lang="es-MX" altLang="ko-KR" sz="2400" dirty="0" smtClean="0">
              <a:solidFill>
                <a:schemeClr val="bg1"/>
              </a:solidFill>
              <a:cs typeface="Arial" pitchFamily="34" charset="0"/>
            </a:endParaRPr>
          </a:p>
          <a:p>
            <a:pPr algn="ctr"/>
            <a:r>
              <a:rPr lang="es-MX" altLang="ko-KR" sz="2400" dirty="0" smtClean="0">
                <a:solidFill>
                  <a:schemeClr val="bg1"/>
                </a:solidFill>
                <a:cs typeface="Arial" pitchFamily="34" charset="0"/>
              </a:rPr>
              <a:t>GRUPO: 2S3111</a:t>
            </a:r>
          </a:p>
          <a:p>
            <a:pPr algn="ctr"/>
            <a:r>
              <a:rPr lang="es-MX" altLang="ko-KR" sz="2400" dirty="0">
                <a:solidFill>
                  <a:schemeClr val="bg1"/>
                </a:solidFill>
                <a:cs typeface="Arial" pitchFamily="34" charset="0"/>
              </a:rPr>
              <a:t/>
            </a:r>
            <a:br>
              <a:rPr lang="es-MX" altLang="ko-KR" sz="2400" dirty="0">
                <a:solidFill>
                  <a:schemeClr val="bg1"/>
                </a:solidFill>
                <a:cs typeface="Arial" pitchFamily="34" charset="0"/>
              </a:rPr>
            </a:br>
            <a:r>
              <a:rPr lang="es-MX" altLang="ko-KR" sz="2400" dirty="0" smtClean="0">
                <a:solidFill>
                  <a:schemeClr val="bg1"/>
                </a:solidFill>
                <a:cs typeface="Arial" pitchFamily="34" charset="0"/>
              </a:rPr>
              <a:t>FECHA: 20-8-25</a:t>
            </a:r>
          </a:p>
          <a:p>
            <a:pPr algn="ctr"/>
            <a:endParaRPr lang="ko-KR" altLang="en-US" sz="2800" dirty="0">
              <a:solidFill>
                <a:schemeClr val="bg1"/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2476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TextBox 298">
            <a:extLst>
              <a:ext uri="{FF2B5EF4-FFF2-40B4-BE49-F238E27FC236}">
                <a16:creationId xmlns:a16="http://schemas.microsoft.com/office/drawing/2014/main" xmlns="" id="{870A18D5-D299-49B3-8FD2-35CB98B524C7}"/>
              </a:ext>
            </a:extLst>
          </p:cNvPr>
          <p:cNvSpPr txBox="1"/>
          <p:nvPr/>
        </p:nvSpPr>
        <p:spPr>
          <a:xfrm>
            <a:off x="8895460" y="3049985"/>
            <a:ext cx="2291335" cy="267765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r"/>
            <a:r>
              <a:rPr lang="en-GB" altLang="ko-KR" sz="2800" dirty="0">
                <a:solidFill>
                  <a:schemeClr val="accent1"/>
                </a:solidFill>
                <a:cs typeface="Arial" pitchFamily="34" charset="0"/>
              </a:rPr>
              <a:t>ALLPPT Layout</a:t>
            </a:r>
          </a:p>
          <a:p>
            <a:pPr algn="r"/>
            <a:r>
              <a:rPr lang="en-GB" altLang="ko-KR" sz="2800" dirty="0">
                <a:solidFill>
                  <a:schemeClr val="accent1"/>
                </a:solidFill>
                <a:cs typeface="Arial" pitchFamily="34" charset="0"/>
              </a:rPr>
              <a:t>Clean Text Slide </a:t>
            </a:r>
          </a:p>
          <a:p>
            <a:pPr algn="r"/>
            <a:r>
              <a:rPr lang="en-GB" altLang="ko-KR" sz="2800" dirty="0">
                <a:solidFill>
                  <a:schemeClr val="accent1"/>
                </a:solidFill>
                <a:cs typeface="Arial" pitchFamily="34" charset="0"/>
              </a:rPr>
              <a:t>for your Presentation</a:t>
            </a:r>
            <a:endParaRPr lang="ko-KR" altLang="en-US" sz="2800" dirty="0">
              <a:solidFill>
                <a:schemeClr val="accent1"/>
              </a:solidFill>
              <a:cs typeface="Arial" pitchFamily="34" charset="0"/>
            </a:endParaRPr>
          </a:p>
        </p:txBody>
      </p:sp>
      <p:sp>
        <p:nvSpPr>
          <p:cNvPr id="300" name="Rectangle 299">
            <a:extLst>
              <a:ext uri="{FF2B5EF4-FFF2-40B4-BE49-F238E27FC236}">
                <a16:creationId xmlns:a16="http://schemas.microsoft.com/office/drawing/2014/main" xmlns="" id="{85DD160A-C05E-48FF-928C-F1ED840FB0B3}"/>
              </a:ext>
            </a:extLst>
          </p:cNvPr>
          <p:cNvSpPr/>
          <p:nvPr/>
        </p:nvSpPr>
        <p:spPr>
          <a:xfrm>
            <a:off x="801517" y="431318"/>
            <a:ext cx="40018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sz="3600" dirty="0" smtClean="0">
                <a:solidFill>
                  <a:schemeClr val="bg1"/>
                </a:solidFill>
              </a:rPr>
              <a:t>CONSTRUCCION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xmlns="" id="{46BB677F-6367-47F0-A32E-7824E4D9C199}"/>
              </a:ext>
            </a:extLst>
          </p:cNvPr>
          <p:cNvSpPr/>
          <p:nvPr/>
        </p:nvSpPr>
        <p:spPr>
          <a:xfrm>
            <a:off x="1366458" y="1030220"/>
            <a:ext cx="285102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sz="3600" dirty="0" smtClean="0">
                <a:solidFill>
                  <a:schemeClr val="bg1"/>
                </a:solidFill>
              </a:rPr>
              <a:t>DE CLASE EN JAVA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xmlns="" id="{E9B7B593-D656-452E-AFE4-89D6370C70F6}"/>
              </a:ext>
            </a:extLst>
          </p:cNvPr>
          <p:cNvSpPr/>
          <p:nvPr/>
        </p:nvSpPr>
        <p:spPr>
          <a:xfrm>
            <a:off x="678094" y="2166926"/>
            <a:ext cx="4114800" cy="6362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xmlns="" id="{BE74C795-9882-4BD3-AA8A-89B346E39665}"/>
              </a:ext>
            </a:extLst>
          </p:cNvPr>
          <p:cNvSpPr txBox="1"/>
          <p:nvPr/>
        </p:nvSpPr>
        <p:spPr>
          <a:xfrm>
            <a:off x="678095" y="2311321"/>
            <a:ext cx="399137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altLang="ko-KR" sz="2800" dirty="0">
                <a:solidFill>
                  <a:schemeClr val="bg1"/>
                </a:solidFill>
                <a:cs typeface="Arial" pitchFamily="34" charset="0"/>
              </a:rPr>
              <a:t>Una clase en Java se puede entender como un prototipo que define las variables y los métodos comunes a un cierto tipo de instancias, una clase define todo lo que caracteriza y pueden hacer una o varias instancias.</a:t>
            </a:r>
            <a:endParaRPr lang="en-US" altLang="ko-KR" sz="2800" dirty="0">
              <a:solidFill>
                <a:schemeClr val="bg1"/>
              </a:solidFill>
              <a:cs typeface="Arial" pitchFamily="34" charset="0"/>
            </a:endParaRP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9898" y="1318093"/>
            <a:ext cx="4927155" cy="440954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9219" y="104884"/>
            <a:ext cx="1219306" cy="1213209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3475" y="407879"/>
            <a:ext cx="3603048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55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7642" y="174735"/>
            <a:ext cx="1219306" cy="121320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44D4C23-81FB-460B-A16B-715818231E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Miembros de una clase</a:t>
            </a:r>
            <a:endParaRPr lang="en-US" dirty="0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xmlns="" id="{49D9E946-7A71-4F10-8068-05C6F6315809}"/>
              </a:ext>
            </a:extLst>
          </p:cNvPr>
          <p:cNvSpPr/>
          <p:nvPr/>
        </p:nvSpPr>
        <p:spPr>
          <a:xfrm>
            <a:off x="3723446" y="3603797"/>
            <a:ext cx="630965" cy="630965"/>
          </a:xfrm>
          <a:prstGeom prst="ellips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xmlns="" id="{544F0143-1245-4BBF-A1D4-318A2228FDC1}"/>
              </a:ext>
            </a:extLst>
          </p:cNvPr>
          <p:cNvSpPr/>
          <p:nvPr/>
        </p:nvSpPr>
        <p:spPr>
          <a:xfrm>
            <a:off x="931924" y="3594602"/>
            <a:ext cx="630965" cy="630965"/>
          </a:xfrm>
          <a:prstGeom prst="ellips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xmlns="" id="{4A1134F5-67A0-4B7A-A4BF-F21EF1FC3EB1}"/>
              </a:ext>
            </a:extLst>
          </p:cNvPr>
          <p:cNvSpPr txBox="1"/>
          <p:nvPr/>
        </p:nvSpPr>
        <p:spPr>
          <a:xfrm>
            <a:off x="1547009" y="3633573"/>
            <a:ext cx="2176436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Reutilización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 código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xmlns="" id="{BB0ECC79-B389-47A4-9B60-18AEF745FEF6}"/>
              </a:ext>
            </a:extLst>
          </p:cNvPr>
          <p:cNvSpPr txBox="1"/>
          <p:nvPr/>
        </p:nvSpPr>
        <p:spPr>
          <a:xfrm>
            <a:off x="4354412" y="3750003"/>
            <a:ext cx="2797015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Sobrecarga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 memoria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xmlns="" id="{6FBBCC56-F5C4-481B-AC64-3AB444481AE3}"/>
              </a:ext>
            </a:extLst>
          </p:cNvPr>
          <p:cNvSpPr/>
          <p:nvPr/>
        </p:nvSpPr>
        <p:spPr>
          <a:xfrm>
            <a:off x="916044" y="4362656"/>
            <a:ext cx="630965" cy="630965"/>
          </a:xfrm>
          <a:prstGeom prst="ellipse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>
              <a:cs typeface="Arial" pitchFamily="34" charset="0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1562890" y="4548452"/>
            <a:ext cx="181854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Modularidad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xmlns="" id="{DC93307C-F335-4304-9333-8F01887E27A2}"/>
              </a:ext>
            </a:extLst>
          </p:cNvPr>
          <p:cNvSpPr txBox="1"/>
          <p:nvPr/>
        </p:nvSpPr>
        <p:spPr>
          <a:xfrm>
            <a:off x="4342277" y="4526254"/>
            <a:ext cx="4325564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MX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Posible </a:t>
            </a:r>
            <a:r>
              <a:rPr lang="es-MX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complejidad en el manejo de acceso</a:t>
            </a:r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grpSp>
        <p:nvGrpSpPr>
          <p:cNvPr id="116" name="Group 115">
            <a:extLst>
              <a:ext uri="{FF2B5EF4-FFF2-40B4-BE49-F238E27FC236}">
                <a16:creationId xmlns:a16="http://schemas.microsoft.com/office/drawing/2014/main" xmlns="" id="{EF4E301B-D4E9-4E13-B8CA-269B4E3944D1}"/>
              </a:ext>
            </a:extLst>
          </p:cNvPr>
          <p:cNvGrpSpPr/>
          <p:nvPr/>
        </p:nvGrpSpPr>
        <p:grpSpPr>
          <a:xfrm>
            <a:off x="1023145" y="1049390"/>
            <a:ext cx="5109899" cy="1015663"/>
            <a:chOff x="3017859" y="4283314"/>
            <a:chExt cx="1249476" cy="1015663"/>
          </a:xfrm>
        </p:grpSpPr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xmlns="" id="{FED6FCE6-7CE0-47F2-96B8-48AB94E61DA5}"/>
                </a:ext>
              </a:extLst>
            </p:cNvPr>
            <p:cNvSpPr txBox="1"/>
            <p:nvPr/>
          </p:nvSpPr>
          <p:spPr>
            <a:xfrm>
              <a:off x="3017859" y="4560313"/>
              <a:ext cx="1245478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Los </a:t>
              </a:r>
              <a:r>
                <a:rPr lang="es-MX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miembros de una clase son los componentes heredados del cuerpo de la clase, incluyendo campos, métodos, clases anidadas, interfaces y tipos enumerados.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xmlns="" id="{BBA3D0A5-4590-4D07-8CB7-BD30C3352948}"/>
                </a:ext>
              </a:extLst>
            </p:cNvPr>
            <p:cNvSpPr txBox="1"/>
            <p:nvPr/>
          </p:nvSpPr>
          <p:spPr>
            <a:xfrm>
              <a:off x="3017859" y="4283314"/>
              <a:ext cx="12494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Concepto</a:t>
              </a:r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xmlns="" id="{EA3ECEFF-FBE8-4F02-B843-1EF6CDFEF877}"/>
              </a:ext>
            </a:extLst>
          </p:cNvPr>
          <p:cNvSpPr txBox="1"/>
          <p:nvPr/>
        </p:nvSpPr>
        <p:spPr>
          <a:xfrm>
            <a:off x="1075941" y="3213585"/>
            <a:ext cx="1620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Ventajas 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22" name="Rounded Rectangle 6">
            <a:extLst>
              <a:ext uri="{FF2B5EF4-FFF2-40B4-BE49-F238E27FC236}">
                <a16:creationId xmlns:a16="http://schemas.microsoft.com/office/drawing/2014/main" xmlns="" id="{2635EB16-3846-45E7-85B4-94AB480C8972}"/>
              </a:ext>
            </a:extLst>
          </p:cNvPr>
          <p:cNvSpPr/>
          <p:nvPr/>
        </p:nvSpPr>
        <p:spPr>
          <a:xfrm>
            <a:off x="10634202" y="2862717"/>
            <a:ext cx="345998" cy="351772"/>
          </a:xfrm>
          <a:custGeom>
            <a:avLst/>
            <a:gdLst/>
            <a:ahLst/>
            <a:cxnLst/>
            <a:rect l="l" t="t" r="r" b="b"/>
            <a:pathLst>
              <a:path w="3186824" h="3060919">
                <a:moveTo>
                  <a:pt x="1045874" y="2696689"/>
                </a:moveTo>
                <a:lnTo>
                  <a:pt x="2125874" y="2696689"/>
                </a:lnTo>
                <a:lnTo>
                  <a:pt x="2125874" y="2804689"/>
                </a:lnTo>
                <a:lnTo>
                  <a:pt x="1045874" y="2804689"/>
                </a:lnTo>
                <a:close/>
                <a:moveTo>
                  <a:pt x="1045874" y="2410468"/>
                </a:moveTo>
                <a:lnTo>
                  <a:pt x="2125874" y="2410468"/>
                </a:lnTo>
                <a:lnTo>
                  <a:pt x="2125874" y="2518468"/>
                </a:lnTo>
                <a:lnTo>
                  <a:pt x="1045874" y="2518468"/>
                </a:lnTo>
                <a:close/>
                <a:moveTo>
                  <a:pt x="1045874" y="2124247"/>
                </a:moveTo>
                <a:lnTo>
                  <a:pt x="2125874" y="2124247"/>
                </a:lnTo>
                <a:lnTo>
                  <a:pt x="2125874" y="2232247"/>
                </a:lnTo>
                <a:lnTo>
                  <a:pt x="1045874" y="2232247"/>
                </a:lnTo>
                <a:close/>
                <a:moveTo>
                  <a:pt x="902547" y="1956791"/>
                </a:moveTo>
                <a:lnTo>
                  <a:pt x="902547" y="2109191"/>
                </a:lnTo>
                <a:lnTo>
                  <a:pt x="902547" y="2185391"/>
                </a:lnTo>
                <a:lnTo>
                  <a:pt x="902547" y="2376263"/>
                </a:lnTo>
                <a:lnTo>
                  <a:pt x="902547" y="2973921"/>
                </a:lnTo>
                <a:lnTo>
                  <a:pt x="2284277" y="2973921"/>
                </a:lnTo>
                <a:lnTo>
                  <a:pt x="2284277" y="2376263"/>
                </a:lnTo>
                <a:lnTo>
                  <a:pt x="2284277" y="2185391"/>
                </a:lnTo>
                <a:lnTo>
                  <a:pt x="2284277" y="2109191"/>
                </a:lnTo>
                <a:lnTo>
                  <a:pt x="2284277" y="1956791"/>
                </a:lnTo>
                <a:close/>
                <a:moveTo>
                  <a:pt x="469172" y="1728191"/>
                </a:moveTo>
                <a:lnTo>
                  <a:pt x="469172" y="2185391"/>
                </a:lnTo>
                <a:lnTo>
                  <a:pt x="767127" y="2185391"/>
                </a:lnTo>
                <a:lnTo>
                  <a:pt x="767127" y="2109191"/>
                </a:lnTo>
                <a:lnTo>
                  <a:pt x="545372" y="2109191"/>
                </a:lnTo>
                <a:lnTo>
                  <a:pt x="545372" y="1804391"/>
                </a:lnTo>
                <a:lnTo>
                  <a:pt x="2641452" y="1804391"/>
                </a:lnTo>
                <a:lnTo>
                  <a:pt x="2641452" y="2109191"/>
                </a:lnTo>
                <a:lnTo>
                  <a:pt x="2419697" y="2109191"/>
                </a:lnTo>
                <a:lnTo>
                  <a:pt x="2419697" y="2185391"/>
                </a:lnTo>
                <a:lnTo>
                  <a:pt x="2717652" y="2185391"/>
                </a:lnTo>
                <a:lnTo>
                  <a:pt x="2717652" y="1728191"/>
                </a:lnTo>
                <a:close/>
                <a:moveTo>
                  <a:pt x="2819005" y="1350909"/>
                </a:moveTo>
                <a:cubicBezTo>
                  <a:pt x="2769294" y="1350909"/>
                  <a:pt x="2728995" y="1391208"/>
                  <a:pt x="2728995" y="1440919"/>
                </a:cubicBezTo>
                <a:cubicBezTo>
                  <a:pt x="2728995" y="1490630"/>
                  <a:pt x="2769294" y="1530929"/>
                  <a:pt x="2819005" y="1530929"/>
                </a:cubicBezTo>
                <a:cubicBezTo>
                  <a:pt x="2868716" y="1530929"/>
                  <a:pt x="2909015" y="1490630"/>
                  <a:pt x="2909015" y="1440919"/>
                </a:cubicBezTo>
                <a:cubicBezTo>
                  <a:pt x="2909015" y="1391208"/>
                  <a:pt x="2868716" y="1350909"/>
                  <a:pt x="2819005" y="1350909"/>
                </a:cubicBezTo>
                <a:close/>
                <a:moveTo>
                  <a:pt x="2509707" y="1350909"/>
                </a:moveTo>
                <a:cubicBezTo>
                  <a:pt x="2459996" y="1350909"/>
                  <a:pt x="2419697" y="1391208"/>
                  <a:pt x="2419697" y="1440919"/>
                </a:cubicBezTo>
                <a:cubicBezTo>
                  <a:pt x="2419697" y="1490630"/>
                  <a:pt x="2459996" y="1530929"/>
                  <a:pt x="2509707" y="1530929"/>
                </a:cubicBezTo>
                <a:cubicBezTo>
                  <a:pt x="2559418" y="1530929"/>
                  <a:pt x="2599717" y="1490630"/>
                  <a:pt x="2599717" y="1440919"/>
                </a:cubicBezTo>
                <a:cubicBezTo>
                  <a:pt x="2599717" y="1391208"/>
                  <a:pt x="2559418" y="1350909"/>
                  <a:pt x="2509707" y="1350909"/>
                </a:cubicBezTo>
                <a:close/>
                <a:moveTo>
                  <a:pt x="195993" y="1200328"/>
                </a:moveTo>
                <a:lnTo>
                  <a:pt x="2990831" y="1200328"/>
                </a:lnTo>
                <a:cubicBezTo>
                  <a:pt x="3099075" y="1200328"/>
                  <a:pt x="3186824" y="1288077"/>
                  <a:pt x="3186824" y="1396321"/>
                </a:cubicBezTo>
                <a:lnTo>
                  <a:pt x="3186824" y="2180270"/>
                </a:lnTo>
                <a:cubicBezTo>
                  <a:pt x="3186824" y="2288514"/>
                  <a:pt x="3099075" y="2376263"/>
                  <a:pt x="2990831" y="2376263"/>
                </a:cubicBezTo>
                <a:lnTo>
                  <a:pt x="2419697" y="2376263"/>
                </a:lnTo>
                <a:lnTo>
                  <a:pt x="2419697" y="3060919"/>
                </a:lnTo>
                <a:lnTo>
                  <a:pt x="767127" y="3060919"/>
                </a:lnTo>
                <a:lnTo>
                  <a:pt x="767127" y="2376263"/>
                </a:lnTo>
                <a:lnTo>
                  <a:pt x="195993" y="2376263"/>
                </a:lnTo>
                <a:cubicBezTo>
                  <a:pt x="87749" y="2376263"/>
                  <a:pt x="0" y="2288514"/>
                  <a:pt x="0" y="2180270"/>
                </a:cubicBezTo>
                <a:lnTo>
                  <a:pt x="0" y="1396321"/>
                </a:lnTo>
                <a:cubicBezTo>
                  <a:pt x="0" y="1288077"/>
                  <a:pt x="87749" y="1200328"/>
                  <a:pt x="195993" y="1200328"/>
                </a:cubicBezTo>
                <a:close/>
                <a:moveTo>
                  <a:pt x="767127" y="0"/>
                </a:moveTo>
                <a:lnTo>
                  <a:pt x="2419697" y="0"/>
                </a:lnTo>
                <a:lnTo>
                  <a:pt x="2419697" y="190589"/>
                </a:lnTo>
                <a:lnTo>
                  <a:pt x="2565249" y="190589"/>
                </a:lnTo>
                <a:cubicBezTo>
                  <a:pt x="2649419" y="190589"/>
                  <a:pt x="2717652" y="258822"/>
                  <a:pt x="2717652" y="342992"/>
                </a:cubicBezTo>
                <a:lnTo>
                  <a:pt x="2717652" y="1104989"/>
                </a:lnTo>
                <a:lnTo>
                  <a:pt x="2284277" y="1104989"/>
                </a:lnTo>
                <a:lnTo>
                  <a:pt x="2284277" y="1104128"/>
                </a:lnTo>
                <a:lnTo>
                  <a:pt x="2284277" y="190589"/>
                </a:lnTo>
                <a:lnTo>
                  <a:pt x="2284277" y="96523"/>
                </a:lnTo>
                <a:lnTo>
                  <a:pt x="902547" y="96523"/>
                </a:lnTo>
                <a:lnTo>
                  <a:pt x="902547" y="190589"/>
                </a:lnTo>
                <a:lnTo>
                  <a:pt x="902547" y="1104128"/>
                </a:lnTo>
                <a:lnTo>
                  <a:pt x="902547" y="1104989"/>
                </a:lnTo>
                <a:lnTo>
                  <a:pt x="469172" y="1104989"/>
                </a:lnTo>
                <a:lnTo>
                  <a:pt x="469172" y="342992"/>
                </a:lnTo>
                <a:cubicBezTo>
                  <a:pt x="469172" y="258822"/>
                  <a:pt x="537405" y="190589"/>
                  <a:pt x="621575" y="190589"/>
                </a:cubicBezTo>
                <a:lnTo>
                  <a:pt x="767127" y="19058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123" name="Teardrop 1">
            <a:extLst>
              <a:ext uri="{FF2B5EF4-FFF2-40B4-BE49-F238E27FC236}">
                <a16:creationId xmlns:a16="http://schemas.microsoft.com/office/drawing/2014/main" xmlns="" id="{E0D5C947-CA17-470F-919D-3ABB9A57EA6D}"/>
              </a:ext>
            </a:extLst>
          </p:cNvPr>
          <p:cNvSpPr/>
          <p:nvPr/>
        </p:nvSpPr>
        <p:spPr>
          <a:xfrm rot="18805991">
            <a:off x="10637542" y="4004527"/>
            <a:ext cx="376862" cy="372930"/>
          </a:xfrm>
          <a:custGeom>
            <a:avLst/>
            <a:gdLst/>
            <a:ahLst/>
            <a:cxnLst/>
            <a:rect l="l" t="t" r="r" b="b"/>
            <a:pathLst>
              <a:path w="1807241" h="1788383">
                <a:moveTo>
                  <a:pt x="712876" y="1117592"/>
                </a:moveTo>
                <a:cubicBezTo>
                  <a:pt x="771173" y="1181828"/>
                  <a:pt x="811089" y="1255910"/>
                  <a:pt x="847925" y="1348018"/>
                </a:cubicBezTo>
                <a:cubicBezTo>
                  <a:pt x="814544" y="1418896"/>
                  <a:pt x="753893" y="1474052"/>
                  <a:pt x="679064" y="1498332"/>
                </a:cubicBezTo>
                <a:lnTo>
                  <a:pt x="308226" y="1106637"/>
                </a:lnTo>
                <a:cubicBezTo>
                  <a:pt x="336560" y="1033247"/>
                  <a:pt x="394949" y="975701"/>
                  <a:pt x="467546" y="946245"/>
                </a:cubicBezTo>
                <a:cubicBezTo>
                  <a:pt x="577903" y="998968"/>
                  <a:pt x="654580" y="1053357"/>
                  <a:pt x="712876" y="1117592"/>
                </a:cubicBezTo>
                <a:close/>
                <a:moveTo>
                  <a:pt x="1038527" y="398886"/>
                </a:moveTo>
                <a:lnTo>
                  <a:pt x="1405560" y="786562"/>
                </a:lnTo>
                <a:cubicBezTo>
                  <a:pt x="1374476" y="799049"/>
                  <a:pt x="1340402" y="804299"/>
                  <a:pt x="1305054" y="803332"/>
                </a:cubicBezTo>
                <a:lnTo>
                  <a:pt x="1008167" y="795212"/>
                </a:lnTo>
                <a:lnTo>
                  <a:pt x="1016288" y="498325"/>
                </a:lnTo>
                <a:cubicBezTo>
                  <a:pt x="1017255" y="462976"/>
                  <a:pt x="1024360" y="429240"/>
                  <a:pt x="1038527" y="398886"/>
                </a:cubicBezTo>
                <a:close/>
                <a:moveTo>
                  <a:pt x="1097925" y="218888"/>
                </a:moveTo>
                <a:cubicBezTo>
                  <a:pt x="992582" y="279303"/>
                  <a:pt x="921871" y="392886"/>
                  <a:pt x="921053" y="523256"/>
                </a:cubicBezTo>
                <a:lnTo>
                  <a:pt x="919136" y="828763"/>
                </a:lnTo>
                <a:lnTo>
                  <a:pt x="830924" y="915875"/>
                </a:lnTo>
                <a:lnTo>
                  <a:pt x="525417" y="913958"/>
                </a:lnTo>
                <a:cubicBezTo>
                  <a:pt x="403891" y="913196"/>
                  <a:pt x="296188" y="973343"/>
                  <a:pt x="234366" y="1067831"/>
                </a:cubicBezTo>
                <a:lnTo>
                  <a:pt x="710285" y="1570519"/>
                </a:lnTo>
                <a:cubicBezTo>
                  <a:pt x="811872" y="1510375"/>
                  <a:pt x="878808" y="1399439"/>
                  <a:pt x="879603" y="1272618"/>
                </a:cubicBezTo>
                <a:lnTo>
                  <a:pt x="881520" y="967111"/>
                </a:lnTo>
                <a:lnTo>
                  <a:pt x="969732" y="879999"/>
                </a:lnTo>
                <a:lnTo>
                  <a:pt x="1275239" y="881916"/>
                </a:lnTo>
                <a:cubicBezTo>
                  <a:pt x="1400271" y="882701"/>
                  <a:pt x="1510670" y="819011"/>
                  <a:pt x="1573529" y="721242"/>
                </a:cubicBezTo>
                <a:close/>
                <a:moveTo>
                  <a:pt x="1162945" y="27894"/>
                </a:moveTo>
                <a:lnTo>
                  <a:pt x="1782798" y="682611"/>
                </a:lnTo>
                <a:cubicBezTo>
                  <a:pt x="1816692" y="718411"/>
                  <a:pt x="1815147" y="774907"/>
                  <a:pt x="1779347" y="808801"/>
                </a:cubicBezTo>
                <a:cubicBezTo>
                  <a:pt x="1743547" y="842694"/>
                  <a:pt x="1687050" y="841149"/>
                  <a:pt x="1653157" y="805349"/>
                </a:cubicBezTo>
                <a:lnTo>
                  <a:pt x="1644015" y="795693"/>
                </a:lnTo>
                <a:cubicBezTo>
                  <a:pt x="1561789" y="910282"/>
                  <a:pt x="1426630" y="983636"/>
                  <a:pt x="1274606" y="982683"/>
                </a:cubicBezTo>
                <a:lnTo>
                  <a:pt x="980378" y="980836"/>
                </a:lnTo>
                <a:lnTo>
                  <a:pt x="980378" y="1270380"/>
                </a:lnTo>
                <a:cubicBezTo>
                  <a:pt x="980378" y="1427425"/>
                  <a:pt x="901198" y="1565976"/>
                  <a:pt x="779756" y="1647056"/>
                </a:cubicBezTo>
                <a:cubicBezTo>
                  <a:pt x="807405" y="1681913"/>
                  <a:pt x="803595" y="1732594"/>
                  <a:pt x="770486" y="1763941"/>
                </a:cubicBezTo>
                <a:cubicBezTo>
                  <a:pt x="734686" y="1797834"/>
                  <a:pt x="678189" y="1796289"/>
                  <a:pt x="644296" y="1760489"/>
                </a:cubicBezTo>
                <a:lnTo>
                  <a:pt x="24442" y="1105772"/>
                </a:lnTo>
                <a:cubicBezTo>
                  <a:pt x="-9451" y="1069973"/>
                  <a:pt x="-7906" y="1013476"/>
                  <a:pt x="27894" y="979583"/>
                </a:cubicBezTo>
                <a:cubicBezTo>
                  <a:pt x="63694" y="945689"/>
                  <a:pt x="120190" y="947235"/>
                  <a:pt x="154084" y="983034"/>
                </a:cubicBezTo>
                <a:lnTo>
                  <a:pt x="163237" y="992702"/>
                </a:lnTo>
                <a:cubicBezTo>
                  <a:pt x="244774" y="882877"/>
                  <a:pt x="375836" y="813180"/>
                  <a:pt x="523178" y="813180"/>
                </a:cubicBezTo>
                <a:lnTo>
                  <a:pt x="818460" y="813180"/>
                </a:lnTo>
                <a:lnTo>
                  <a:pt x="820284" y="522622"/>
                </a:lnTo>
                <a:cubicBezTo>
                  <a:pt x="821285" y="363119"/>
                  <a:pt x="903845" y="223207"/>
                  <a:pt x="1028952" y="143673"/>
                </a:cubicBezTo>
                <a:cubicBezTo>
                  <a:pt x="999689" y="108599"/>
                  <a:pt x="1002953" y="56445"/>
                  <a:pt x="1036755" y="24443"/>
                </a:cubicBezTo>
                <a:cubicBezTo>
                  <a:pt x="1072555" y="-9451"/>
                  <a:pt x="1129052" y="-7906"/>
                  <a:pt x="1162945" y="2789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4" name="Rounded Rectangle 27">
            <a:extLst>
              <a:ext uri="{FF2B5EF4-FFF2-40B4-BE49-F238E27FC236}">
                <a16:creationId xmlns:a16="http://schemas.microsoft.com/office/drawing/2014/main" xmlns="" id="{6AF4D26C-A3D7-49BD-8F95-F0ACDF0B778C}"/>
              </a:ext>
            </a:extLst>
          </p:cNvPr>
          <p:cNvSpPr/>
          <p:nvPr/>
        </p:nvSpPr>
        <p:spPr>
          <a:xfrm>
            <a:off x="9802457" y="5218333"/>
            <a:ext cx="346396" cy="266079"/>
          </a:xfrm>
          <a:custGeom>
            <a:avLst/>
            <a:gdLst/>
            <a:ahLst/>
            <a:cxnLst/>
            <a:rect l="l" t="t" r="r" b="b"/>
            <a:pathLst>
              <a:path w="3186824" h="2447912">
                <a:moveTo>
                  <a:pt x="1917737" y="1021643"/>
                </a:moveTo>
                <a:cubicBezTo>
                  <a:pt x="2188548" y="1021643"/>
                  <a:pt x="2408083" y="1241178"/>
                  <a:pt x="2408083" y="1511989"/>
                </a:cubicBezTo>
                <a:cubicBezTo>
                  <a:pt x="2408083" y="1782800"/>
                  <a:pt x="2188548" y="2002335"/>
                  <a:pt x="1917737" y="2002335"/>
                </a:cubicBezTo>
                <a:cubicBezTo>
                  <a:pt x="1646926" y="2002335"/>
                  <a:pt x="1427391" y="1782800"/>
                  <a:pt x="1427391" y="1511989"/>
                </a:cubicBezTo>
                <a:cubicBezTo>
                  <a:pt x="1427391" y="1241178"/>
                  <a:pt x="1646926" y="1021643"/>
                  <a:pt x="1917737" y="1021643"/>
                </a:cubicBezTo>
                <a:close/>
                <a:moveTo>
                  <a:pt x="1917737" y="827913"/>
                </a:moveTo>
                <a:cubicBezTo>
                  <a:pt x="1539932" y="827913"/>
                  <a:pt x="1233661" y="1134184"/>
                  <a:pt x="1233661" y="1511989"/>
                </a:cubicBezTo>
                <a:cubicBezTo>
                  <a:pt x="1233661" y="1889794"/>
                  <a:pt x="1539932" y="2196065"/>
                  <a:pt x="1917737" y="2196065"/>
                </a:cubicBezTo>
                <a:cubicBezTo>
                  <a:pt x="2295542" y="2196065"/>
                  <a:pt x="2601813" y="1889794"/>
                  <a:pt x="2601813" y="1511989"/>
                </a:cubicBezTo>
                <a:cubicBezTo>
                  <a:pt x="2601813" y="1134184"/>
                  <a:pt x="2295542" y="827913"/>
                  <a:pt x="1917737" y="827913"/>
                </a:cubicBezTo>
                <a:close/>
                <a:moveTo>
                  <a:pt x="1112286" y="675885"/>
                </a:moveTo>
                <a:lnTo>
                  <a:pt x="1112286" y="830188"/>
                </a:lnTo>
                <a:lnTo>
                  <a:pt x="1328310" y="830188"/>
                </a:lnTo>
                <a:lnTo>
                  <a:pt x="1328310" y="675885"/>
                </a:lnTo>
                <a:close/>
                <a:moveTo>
                  <a:pt x="2586084" y="626422"/>
                </a:moveTo>
                <a:lnTo>
                  <a:pt x="2586084" y="830188"/>
                </a:lnTo>
                <a:lnTo>
                  <a:pt x="3001340" y="830188"/>
                </a:lnTo>
                <a:lnTo>
                  <a:pt x="3001340" y="626422"/>
                </a:lnTo>
                <a:close/>
                <a:moveTo>
                  <a:pt x="1593701" y="108218"/>
                </a:moveTo>
                <a:lnTo>
                  <a:pt x="1593701" y="432905"/>
                </a:lnTo>
                <a:lnTo>
                  <a:pt x="2241773" y="432905"/>
                </a:lnTo>
                <a:lnTo>
                  <a:pt x="2241773" y="108218"/>
                </a:lnTo>
                <a:close/>
                <a:moveTo>
                  <a:pt x="1452512" y="0"/>
                </a:moveTo>
                <a:lnTo>
                  <a:pt x="2382963" y="0"/>
                </a:lnTo>
                <a:cubicBezTo>
                  <a:pt x="2433311" y="0"/>
                  <a:pt x="2474127" y="40816"/>
                  <a:pt x="2474127" y="91164"/>
                </a:cubicBezTo>
                <a:lnTo>
                  <a:pt x="2474127" y="432905"/>
                </a:lnTo>
                <a:lnTo>
                  <a:pt x="2933014" y="432905"/>
                </a:lnTo>
                <a:cubicBezTo>
                  <a:pt x="3073189" y="432905"/>
                  <a:pt x="3186824" y="546540"/>
                  <a:pt x="3186824" y="686715"/>
                </a:cubicBezTo>
                <a:lnTo>
                  <a:pt x="3186824" y="2194102"/>
                </a:lnTo>
                <a:cubicBezTo>
                  <a:pt x="3186824" y="2334277"/>
                  <a:pt x="3073189" y="2447912"/>
                  <a:pt x="2933014" y="2447912"/>
                </a:cubicBezTo>
                <a:lnTo>
                  <a:pt x="253810" y="2447912"/>
                </a:lnTo>
                <a:cubicBezTo>
                  <a:pt x="113635" y="2447912"/>
                  <a:pt x="0" y="2334277"/>
                  <a:pt x="0" y="2194102"/>
                </a:cubicBezTo>
                <a:lnTo>
                  <a:pt x="0" y="686715"/>
                </a:lnTo>
                <a:cubicBezTo>
                  <a:pt x="0" y="546540"/>
                  <a:pt x="113635" y="432905"/>
                  <a:pt x="253810" y="432905"/>
                </a:cubicBezTo>
                <a:lnTo>
                  <a:pt x="307082" y="432905"/>
                </a:lnTo>
                <a:lnTo>
                  <a:pt x="307082" y="313169"/>
                </a:lnTo>
                <a:cubicBezTo>
                  <a:pt x="307082" y="287995"/>
                  <a:pt x="327490" y="267587"/>
                  <a:pt x="352664" y="267587"/>
                </a:cubicBezTo>
                <a:lnTo>
                  <a:pt x="817888" y="267587"/>
                </a:lnTo>
                <a:cubicBezTo>
                  <a:pt x="843062" y="267587"/>
                  <a:pt x="863470" y="287995"/>
                  <a:pt x="863470" y="313169"/>
                </a:cubicBezTo>
                <a:lnTo>
                  <a:pt x="863470" y="432905"/>
                </a:lnTo>
                <a:lnTo>
                  <a:pt x="1361348" y="432905"/>
                </a:lnTo>
                <a:lnTo>
                  <a:pt x="1361348" y="91164"/>
                </a:lnTo>
                <a:cubicBezTo>
                  <a:pt x="1361348" y="40816"/>
                  <a:pt x="1402164" y="0"/>
                  <a:pt x="145251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dirty="0"/>
          </a:p>
        </p:txBody>
      </p:sp>
      <p:sp>
        <p:nvSpPr>
          <p:cNvPr id="43" name="TextBox 118">
            <a:extLst>
              <a:ext uri="{FF2B5EF4-FFF2-40B4-BE49-F238E27FC236}">
                <a16:creationId xmlns:a16="http://schemas.microsoft.com/office/drawing/2014/main" xmlns="" id="{EA3ECEFF-FBE8-4F02-B843-1EF6CDFEF877}"/>
              </a:ext>
            </a:extLst>
          </p:cNvPr>
          <p:cNvSpPr txBox="1"/>
          <p:nvPr/>
        </p:nvSpPr>
        <p:spPr>
          <a:xfrm>
            <a:off x="4274859" y="3199711"/>
            <a:ext cx="1620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Desventajas 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4" name="TextBox 117">
            <a:extLst>
              <a:ext uri="{FF2B5EF4-FFF2-40B4-BE49-F238E27FC236}">
                <a16:creationId xmlns:a16="http://schemas.microsoft.com/office/drawing/2014/main" xmlns="" id="{BBA3D0A5-4590-4D07-8CB7-BD30C3352948}"/>
              </a:ext>
            </a:extLst>
          </p:cNvPr>
          <p:cNvSpPr txBox="1"/>
          <p:nvPr/>
        </p:nvSpPr>
        <p:spPr>
          <a:xfrm>
            <a:off x="1023144" y="2088477"/>
            <a:ext cx="5109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Importancia</a:t>
            </a:r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5" name="TextBox 116">
            <a:extLst>
              <a:ext uri="{FF2B5EF4-FFF2-40B4-BE49-F238E27FC236}">
                <a16:creationId xmlns:a16="http://schemas.microsoft.com/office/drawing/2014/main" xmlns="" id="{FED6FCE6-7CE0-47F2-96B8-48AB94E61DA5}"/>
              </a:ext>
            </a:extLst>
          </p:cNvPr>
          <p:cNvSpPr txBox="1"/>
          <p:nvPr/>
        </p:nvSpPr>
        <p:spPr>
          <a:xfrm>
            <a:off x="1039494" y="2321374"/>
            <a:ext cx="509354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altLang="ko-KR" sz="14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Los </a:t>
            </a:r>
            <a:r>
              <a:rPr lang="es-MX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miembros de una clase en Java son la base para construir objetos con datos y comportamientos definidos, permitiendo la creación de sistemas robustos, modulares y mantenibles.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9047" y="4359582"/>
            <a:ext cx="634039" cy="634039"/>
          </a:xfrm>
          <a:prstGeom prst="rect">
            <a:avLst/>
          </a:prstGeom>
        </p:spPr>
      </p:pic>
      <p:sp>
        <p:nvSpPr>
          <p:cNvPr id="50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1547009" y="5239815"/>
            <a:ext cx="181854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Encapsulación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970" y="5136465"/>
            <a:ext cx="634039" cy="627942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8238" y="5167392"/>
            <a:ext cx="634039" cy="634039"/>
          </a:xfrm>
          <a:prstGeom prst="rect">
            <a:avLst/>
          </a:prstGeom>
        </p:spPr>
      </p:pic>
      <p:sp>
        <p:nvSpPr>
          <p:cNvPr id="54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4354411" y="5348649"/>
            <a:ext cx="368412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MX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Segmentación </a:t>
            </a:r>
            <a:r>
              <a:rPr lang="es-MX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excesiva de la lógica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13" name="Imagen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877" y="433531"/>
            <a:ext cx="506012" cy="542591"/>
          </a:xfrm>
          <a:prstGeom prst="rect">
            <a:avLst/>
          </a:prstGeom>
        </p:spPr>
      </p:pic>
      <p:pic>
        <p:nvPicPr>
          <p:cNvPr id="3" name="Imagen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89776" y="2560713"/>
            <a:ext cx="3859102" cy="1798869"/>
          </a:xfrm>
          <a:prstGeom prst="rect">
            <a:avLst/>
          </a:prstGeom>
        </p:spPr>
      </p:pic>
      <p:sp>
        <p:nvSpPr>
          <p:cNvPr id="4" name="Elipse 3"/>
          <p:cNvSpPr/>
          <p:nvPr/>
        </p:nvSpPr>
        <p:spPr>
          <a:xfrm>
            <a:off x="7711466" y="1918952"/>
            <a:ext cx="1651475" cy="50807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A" dirty="0" smtClean="0"/>
              <a:t>Ejemplo</a:t>
            </a: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1411580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Imagen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9600" y="230265"/>
            <a:ext cx="1219306" cy="1213209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44D4C23-81FB-460B-A16B-715818231E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Modificadores de acceso </a:t>
            </a:r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46FACC24-579E-4D23-8FAA-EA765A0BB978}"/>
              </a:ext>
            </a:extLst>
          </p:cNvPr>
          <p:cNvGrpSpPr/>
          <p:nvPr/>
        </p:nvGrpSpPr>
        <p:grpSpPr>
          <a:xfrm>
            <a:off x="919388" y="2311640"/>
            <a:ext cx="8774420" cy="1379474"/>
            <a:chOff x="2320213" y="4388490"/>
            <a:chExt cx="2800748" cy="1379474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xmlns="" id="{D9DADFF4-2357-411B-976B-6C483848D2C6}"/>
                </a:ext>
              </a:extLst>
            </p:cNvPr>
            <p:cNvSpPr txBox="1"/>
            <p:nvPr/>
          </p:nvSpPr>
          <p:spPr>
            <a:xfrm>
              <a:off x="2326809" y="4598413"/>
              <a:ext cx="2794152" cy="1169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Son </a:t>
              </a:r>
              <a:r>
                <a:rPr lang="es-MX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cruciales para implementar el encapsulamiento, permitiendo controlar la visibilidad y el acceso a los miembros de una clase (atributos, métodos, constructores) desde otras partes del código. Esto ayuda a proteger los datos de la clase, prevenir accesos no deseados y facilitar el mantenimiento del código.</a:t>
              </a:r>
              <a:r>
                <a:rPr lang="en-US" altLang="ko-KR" sz="1400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. 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xmlns="" id="{295FD718-8D95-4BC7-BAD7-77BC8F6D07B6}"/>
                </a:ext>
              </a:extLst>
            </p:cNvPr>
            <p:cNvSpPr txBox="1"/>
            <p:nvPr/>
          </p:nvSpPr>
          <p:spPr>
            <a:xfrm>
              <a:off x="2320213" y="4388490"/>
              <a:ext cx="2770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Importancia</a:t>
              </a:r>
              <a:r>
                <a:rPr lang="en-US" altLang="ko-KR" sz="14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 </a:t>
              </a:r>
              <a:endPara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xmlns="" id="{8E94C99D-D9FB-4956-9E9F-2AFF3572ADF7}"/>
              </a:ext>
            </a:extLst>
          </p:cNvPr>
          <p:cNvGrpSpPr/>
          <p:nvPr/>
        </p:nvGrpSpPr>
        <p:grpSpPr>
          <a:xfrm>
            <a:off x="922999" y="1072395"/>
            <a:ext cx="8857358" cy="1589196"/>
            <a:chOff x="2538354" y="4389585"/>
            <a:chExt cx="2569255" cy="1589196"/>
          </a:xfrm>
        </p:grpSpPr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xmlns="" id="{4ADC38C9-BE08-444E-8A3B-3A59802AE487}"/>
                </a:ext>
              </a:extLst>
            </p:cNvPr>
            <p:cNvSpPr txBox="1"/>
            <p:nvPr/>
          </p:nvSpPr>
          <p:spPr>
            <a:xfrm>
              <a:off x="2538354" y="4593786"/>
              <a:ext cx="2569255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MX" altLang="ko-KR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Los modificadores de acceso nos introducen al concepto de encapsulamiento. El encapsulamiento busca de alguna forma controlar el acceso a los datos que conforman un objeto o instancia, de este modo podríamos decir que una clase y por ende sus objetos que hacen uso de modificadores de acceso (especialmente privados) son objetos encapsulados.</a:t>
              </a:r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xmlns="" id="{6FDE2899-B5A1-4EC9-ACC3-AABBB4C172A0}"/>
                </a:ext>
              </a:extLst>
            </p:cNvPr>
            <p:cNvSpPr txBox="1"/>
            <p:nvPr/>
          </p:nvSpPr>
          <p:spPr>
            <a:xfrm>
              <a:off x="2543198" y="4389585"/>
              <a:ext cx="254741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600" b="1" dirty="0" smtClean="0">
                  <a:solidFill>
                    <a:schemeClr val="tx1">
                      <a:lumMod val="75000"/>
                      <a:lumOff val="25000"/>
                    </a:schemeClr>
                  </a:solidFill>
                  <a:cs typeface="Arial" pitchFamily="34" charset="0"/>
                </a:rPr>
                <a:t>Concepto</a:t>
              </a:r>
              <a:endParaRPr lang="ko-KR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endParaRPr>
            </a:p>
          </p:txBody>
        </p:sp>
      </p:grpSp>
      <p:pic>
        <p:nvPicPr>
          <p:cNvPr id="30" name="Imagen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699" y="3395115"/>
            <a:ext cx="1633870" cy="384081"/>
          </a:xfrm>
          <a:prstGeom prst="rect">
            <a:avLst/>
          </a:prstGeom>
        </p:spPr>
      </p:pic>
      <p:pic>
        <p:nvPicPr>
          <p:cNvPr id="31" name="Imagen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3334" y="3401211"/>
            <a:ext cx="1639966" cy="377985"/>
          </a:xfrm>
          <a:prstGeom prst="rect">
            <a:avLst/>
          </a:prstGeom>
        </p:spPr>
      </p:pic>
      <p:pic>
        <p:nvPicPr>
          <p:cNvPr id="32" name="Imagen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388" y="3797078"/>
            <a:ext cx="627942" cy="627942"/>
          </a:xfrm>
          <a:prstGeom prst="rect">
            <a:avLst/>
          </a:prstGeom>
        </p:spPr>
      </p:pic>
      <p:pic>
        <p:nvPicPr>
          <p:cNvPr id="33" name="Imagen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388" y="4530131"/>
            <a:ext cx="627942" cy="627942"/>
          </a:xfrm>
          <a:prstGeom prst="rect">
            <a:avLst/>
          </a:prstGeom>
        </p:spPr>
      </p:pic>
      <p:pic>
        <p:nvPicPr>
          <p:cNvPr id="34" name="Imagen 3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388" y="5264037"/>
            <a:ext cx="627942" cy="627942"/>
          </a:xfrm>
          <a:prstGeom prst="rect">
            <a:avLst/>
          </a:prstGeom>
        </p:spPr>
      </p:pic>
      <p:pic>
        <p:nvPicPr>
          <p:cNvPr id="35" name="Imagen 3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470" y="3779196"/>
            <a:ext cx="627942" cy="627942"/>
          </a:xfrm>
          <a:prstGeom prst="rect">
            <a:avLst/>
          </a:prstGeom>
        </p:spPr>
      </p:pic>
      <p:pic>
        <p:nvPicPr>
          <p:cNvPr id="36" name="Imagen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470" y="4521616"/>
            <a:ext cx="627942" cy="627942"/>
          </a:xfrm>
          <a:prstGeom prst="rect">
            <a:avLst/>
          </a:prstGeom>
        </p:spPr>
      </p:pic>
      <p:pic>
        <p:nvPicPr>
          <p:cNvPr id="37" name="Imagen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22470" y="5264037"/>
            <a:ext cx="627942" cy="627942"/>
          </a:xfrm>
          <a:prstGeom prst="rect">
            <a:avLst/>
          </a:prstGeom>
        </p:spPr>
      </p:pic>
      <p:sp>
        <p:nvSpPr>
          <p:cNvPr id="39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1664295" y="3897304"/>
            <a:ext cx="181854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Encapsulamiento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42" name="Imagen 4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9388" y="477306"/>
            <a:ext cx="506012" cy="542591"/>
          </a:xfrm>
          <a:prstGeom prst="rect">
            <a:avLst/>
          </a:prstGeom>
        </p:spPr>
      </p:pic>
      <p:sp>
        <p:nvSpPr>
          <p:cNvPr id="44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1664295" y="4632451"/>
            <a:ext cx="181854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PA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Seguridad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5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1664294" y="5408731"/>
            <a:ext cx="181854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PA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Flexibilidad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6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6061276" y="3897304"/>
            <a:ext cx="2181972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PA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Sintaxis más verbosa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7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6061276" y="4632451"/>
            <a:ext cx="419252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MX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Mayor complejidad en proyectos grandes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48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6096001" y="5366509"/>
            <a:ext cx="287057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PA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Posibles errores de acceso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6158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lipse 2"/>
          <p:cNvSpPr/>
          <p:nvPr/>
        </p:nvSpPr>
        <p:spPr>
          <a:xfrm>
            <a:off x="1519706" y="417265"/>
            <a:ext cx="3451538" cy="75985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A" dirty="0" smtClean="0"/>
              <a:t>EJEMPLO</a:t>
            </a:r>
            <a:endParaRPr lang="es-PA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858" y="1854559"/>
            <a:ext cx="6453607" cy="2871987"/>
          </a:xfrm>
          <a:prstGeom prst="rect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1712889" y="1403797"/>
            <a:ext cx="21636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A" dirty="0" smtClean="0"/>
              <a:t>Comando </a:t>
            </a:r>
            <a:r>
              <a:rPr lang="es-PA" b="1" dirty="0" err="1" smtClean="0"/>
              <a:t>Public</a:t>
            </a:r>
            <a:endParaRPr lang="es-PA" b="1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570" y="190588"/>
            <a:ext cx="1219306" cy="1213209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8196" y="5403987"/>
            <a:ext cx="3603048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060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PA" dirty="0" smtClean="0"/>
              <a:t>Miembros estáticos</a:t>
            </a:r>
            <a:endParaRPr lang="es-PA" dirty="0"/>
          </a:p>
        </p:txBody>
      </p:sp>
      <p:sp>
        <p:nvSpPr>
          <p:cNvPr id="4" name="TextBox 117">
            <a:extLst>
              <a:ext uri="{FF2B5EF4-FFF2-40B4-BE49-F238E27FC236}">
                <a16:creationId xmlns:a16="http://schemas.microsoft.com/office/drawing/2014/main" xmlns="" id="{BBA3D0A5-4590-4D07-8CB7-BD30C3352948}"/>
              </a:ext>
            </a:extLst>
          </p:cNvPr>
          <p:cNvSpPr txBox="1"/>
          <p:nvPr/>
        </p:nvSpPr>
        <p:spPr>
          <a:xfrm>
            <a:off x="1023145" y="1049390"/>
            <a:ext cx="5109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Concepto</a:t>
            </a:r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5" name="TextBox 117">
            <a:extLst>
              <a:ext uri="{FF2B5EF4-FFF2-40B4-BE49-F238E27FC236}">
                <a16:creationId xmlns:a16="http://schemas.microsoft.com/office/drawing/2014/main" xmlns="" id="{BBA3D0A5-4590-4D07-8CB7-BD30C3352948}"/>
              </a:ext>
            </a:extLst>
          </p:cNvPr>
          <p:cNvSpPr txBox="1"/>
          <p:nvPr/>
        </p:nvSpPr>
        <p:spPr>
          <a:xfrm>
            <a:off x="1023144" y="2088477"/>
            <a:ext cx="51098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Importancia</a:t>
            </a:r>
            <a:r>
              <a:rPr lang="en-US" altLang="ko-KR" sz="1400" b="1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  </a:t>
            </a:r>
            <a:endParaRPr lang="ko-KR" altLang="en-US" sz="1400" b="1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6" name="TextBox 20">
            <a:extLst>
              <a:ext uri="{FF2B5EF4-FFF2-40B4-BE49-F238E27FC236}">
                <a16:creationId xmlns:a16="http://schemas.microsoft.com/office/drawing/2014/main" xmlns="" id="{4ADC38C9-BE08-444E-8A3B-3A59802AE487}"/>
              </a:ext>
            </a:extLst>
          </p:cNvPr>
          <p:cNvSpPr txBox="1"/>
          <p:nvPr/>
        </p:nvSpPr>
        <p:spPr>
          <a:xfrm>
            <a:off x="1023144" y="1446016"/>
            <a:ext cx="88573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altLang="ko-KR" sz="14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Un miembro estático, ya sea una variable estática o un método estático, se asocia directamente con la clase y se inicializa al cargar la clase en la memoria.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" name="TextBox 20">
            <a:extLst>
              <a:ext uri="{FF2B5EF4-FFF2-40B4-BE49-F238E27FC236}">
                <a16:creationId xmlns:a16="http://schemas.microsoft.com/office/drawing/2014/main" xmlns="" id="{4ADC38C9-BE08-444E-8A3B-3A59802AE487}"/>
              </a:ext>
            </a:extLst>
          </p:cNvPr>
          <p:cNvSpPr txBox="1"/>
          <p:nvPr/>
        </p:nvSpPr>
        <p:spPr>
          <a:xfrm>
            <a:off x="1023144" y="2546272"/>
            <a:ext cx="885735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altLang="ko-KR" sz="14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La importancia de los miembros estáticos radica en su capacidad para modelar propiedades y comportamientos que son comunes a todos los objetos de una clase, como constantes, contadores o métodos de utilidad que no requieren el estado de un objeto.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3144" y="3377490"/>
            <a:ext cx="1633870" cy="384081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5082" y="3407224"/>
            <a:ext cx="1639966" cy="377985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44" y="3907499"/>
            <a:ext cx="627942" cy="627942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44" y="4654682"/>
            <a:ext cx="627942" cy="627942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44" y="5401865"/>
            <a:ext cx="627942" cy="627942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082" y="3906711"/>
            <a:ext cx="627942" cy="627942"/>
          </a:xfrm>
          <a:prstGeom prst="rect">
            <a:avLst/>
          </a:prstGeom>
        </p:spPr>
      </p:pic>
      <p:pic>
        <p:nvPicPr>
          <p:cNvPr id="14" name="Imagen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082" y="4623001"/>
            <a:ext cx="627942" cy="627942"/>
          </a:xfrm>
          <a:prstGeom prst="rect">
            <a:avLst/>
          </a:prstGeom>
        </p:spPr>
      </p:pic>
      <p:pic>
        <p:nvPicPr>
          <p:cNvPr id="15" name="Imagen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5082" y="5401865"/>
            <a:ext cx="627942" cy="627942"/>
          </a:xfrm>
          <a:prstGeom prst="rect">
            <a:avLst/>
          </a:prstGeom>
        </p:spPr>
      </p:pic>
      <p:sp>
        <p:nvSpPr>
          <p:cNvPr id="16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1731621" y="4061595"/>
            <a:ext cx="238961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Eficiencia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de memoria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7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1840079" y="4835669"/>
            <a:ext cx="181854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Acceso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directo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8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1747739" y="5609744"/>
            <a:ext cx="2373500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PA" altLang="ko-KR" sz="16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Compartición de datos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19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6395774" y="3996334"/>
            <a:ext cx="443535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MX" altLang="ko-KR" sz="1600" dirty="0" smtClean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Rompe </a:t>
            </a:r>
            <a:r>
              <a:rPr lang="es-MX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la programación orientada a objetos 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0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6395774" y="4758053"/>
            <a:ext cx="3577467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MX" altLang="ko-KR" sz="16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Dificultad en las pruebas unitarias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21" name="TextBox 110">
            <a:extLst>
              <a:ext uri="{FF2B5EF4-FFF2-40B4-BE49-F238E27FC236}">
                <a16:creationId xmlns:a16="http://schemas.microsoft.com/office/drawing/2014/main" xmlns="" id="{092B1B8B-88C8-4FCB-BDCD-07F84665A509}"/>
              </a:ext>
            </a:extLst>
          </p:cNvPr>
          <p:cNvSpPr txBox="1"/>
          <p:nvPr/>
        </p:nvSpPr>
        <p:spPr>
          <a:xfrm>
            <a:off x="6480933" y="5546559"/>
            <a:ext cx="3492308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s-MX" altLang="ko-KR" sz="160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Riesgo de cambios no deseados</a:t>
            </a:r>
            <a:endParaRPr lang="ko-KR" altLang="en-US" sz="16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7896" y="194170"/>
            <a:ext cx="1219306" cy="1213209"/>
          </a:xfrm>
          <a:prstGeom prst="rect">
            <a:avLst/>
          </a:prstGeom>
        </p:spPr>
      </p:pic>
      <p:pic>
        <p:nvPicPr>
          <p:cNvPr id="23" name="Imagen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109" y="477763"/>
            <a:ext cx="506012" cy="542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49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/>
          <p:cNvSpPr/>
          <p:nvPr/>
        </p:nvSpPr>
        <p:spPr>
          <a:xfrm>
            <a:off x="1558344" y="746975"/>
            <a:ext cx="2884867" cy="78561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PA" dirty="0" smtClean="0"/>
              <a:t>EJEMPLO</a:t>
            </a:r>
            <a:endParaRPr lang="es-PA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67" t="41645" r="39330" b="9009"/>
          <a:stretch/>
        </p:blipFill>
        <p:spPr>
          <a:xfrm>
            <a:off x="1558344" y="2099255"/>
            <a:ext cx="6091707" cy="2871989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5017" y="319377"/>
            <a:ext cx="1219306" cy="1213209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253" y="5368963"/>
            <a:ext cx="3603048" cy="774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8521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F691C40-340A-44BC-A6B3-C3A20A9ED913}"/>
              </a:ext>
            </a:extLst>
          </p:cNvPr>
          <p:cNvSpPr txBox="1"/>
          <p:nvPr/>
        </p:nvSpPr>
        <p:spPr>
          <a:xfrm>
            <a:off x="4018546" y="2649825"/>
            <a:ext cx="4331369" cy="9952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sz="5867" dirty="0" smtClean="0">
                <a:solidFill>
                  <a:schemeClr val="accent1">
                    <a:lumMod val="75000"/>
                  </a:schemeClr>
                </a:solidFill>
                <a:cs typeface="Arial" pitchFamily="34" charset="0"/>
              </a:rPr>
              <a:t>Gracias!</a:t>
            </a:r>
            <a:endParaRPr lang="ko-KR" altLang="en-US" sz="5867" dirty="0">
              <a:solidFill>
                <a:schemeClr val="accent1">
                  <a:lumMod val="7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224218"/>
      </p:ext>
    </p:extLst>
  </p:cSld>
  <p:clrMapOvr>
    <a:masterClrMapping/>
  </p:clrMapOvr>
</p:sld>
</file>

<file path=ppt/theme/theme1.xml><?xml version="1.0" encoding="utf-8"?>
<a:theme xmlns:a="http://schemas.openxmlformats.org/drawingml/2006/main" name="Cover and End Slide Master">
  <a:themeElements>
    <a:clrScheme name="AI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7ADDB"/>
      </a:accent1>
      <a:accent2>
        <a:srgbClr val="FEDC04"/>
      </a:accent2>
      <a:accent3>
        <a:srgbClr val="F77660"/>
      </a:accent3>
      <a:accent4>
        <a:srgbClr val="4C93DF"/>
      </a:accent4>
      <a:accent5>
        <a:srgbClr val="555A5C"/>
      </a:accent5>
      <a:accent6>
        <a:srgbClr val="737474"/>
      </a:accent6>
      <a:hlink>
        <a:srgbClr val="D8D8D8"/>
      </a:hlink>
      <a:folHlink>
        <a:srgbClr val="D8D8D8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Artificial Intelligen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7ADDB"/>
      </a:accent1>
      <a:accent2>
        <a:srgbClr val="FEDC04"/>
      </a:accent2>
      <a:accent3>
        <a:srgbClr val="4C93DF"/>
      </a:accent3>
      <a:accent4>
        <a:srgbClr val="F77660"/>
      </a:accent4>
      <a:accent5>
        <a:srgbClr val="555A5C"/>
      </a:accent5>
      <a:accent6>
        <a:srgbClr val="737474"/>
      </a:accent6>
      <a:hlink>
        <a:srgbClr val="D8D8D8"/>
      </a:hlink>
      <a:folHlink>
        <a:srgbClr val="D8D8D8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Section Break Slide Master">
  <a:themeElements>
    <a:clrScheme name="ALLPPT-Artificial Intelligen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7ADDB"/>
      </a:accent1>
      <a:accent2>
        <a:srgbClr val="FEDC04"/>
      </a:accent2>
      <a:accent3>
        <a:srgbClr val="F77660"/>
      </a:accent3>
      <a:accent4>
        <a:srgbClr val="4C93DF"/>
      </a:accent4>
      <a:accent5>
        <a:srgbClr val="555A5C"/>
      </a:accent5>
      <a:accent6>
        <a:srgbClr val="737474"/>
      </a:accent6>
      <a:hlink>
        <a:srgbClr val="D8D8D8"/>
      </a:hlink>
      <a:folHlink>
        <a:srgbClr val="D8D8D8"/>
      </a:folHlink>
    </a:clrScheme>
    <a:fontScheme name="MAX-THEME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4933</TotalTime>
  <Words>385</Words>
  <Application>Microsoft Office PowerPoint</Application>
  <PresentationFormat>Panorámica</PresentationFormat>
  <Paragraphs>60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8</vt:i4>
      </vt:variant>
    </vt:vector>
  </HeadingPairs>
  <TitlesOfParts>
    <vt:vector size="13" baseType="lpstr">
      <vt:lpstr>Arial Unicode MS</vt:lpstr>
      <vt:lpstr>Arial</vt:lpstr>
      <vt:lpstr>Cover and End Slide Master</vt:lpstr>
      <vt:lpstr>Contents Slide Master</vt:lpstr>
      <vt:lpstr>Section Break Slide Master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Allppt.com;Googleslidesppt.com</dc:creator>
  <cp:lastModifiedBy>Cuenta Microsoft</cp:lastModifiedBy>
  <cp:revision>129</cp:revision>
  <dcterms:created xsi:type="dcterms:W3CDTF">2018-04-24T17:14:44Z</dcterms:created>
  <dcterms:modified xsi:type="dcterms:W3CDTF">2025-08-20T18:07:38Z</dcterms:modified>
</cp:coreProperties>
</file>